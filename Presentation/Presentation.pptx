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2" r:id="rId6"/>
    <p:sldId id="263" r:id="rId7"/>
    <p:sldId id="264" r:id="rId8"/>
    <p:sldId id="270" r:id="rId9"/>
    <p:sldId id="271" r:id="rId10"/>
    <p:sldId id="279" r:id="rId11"/>
    <p:sldId id="275" r:id="rId12"/>
    <p:sldId id="277" r:id="rId13"/>
    <p:sldId id="265" r:id="rId14"/>
    <p:sldId id="266" r:id="rId15"/>
    <p:sldId id="267" r:id="rId16"/>
    <p:sldId id="274" r:id="rId17"/>
    <p:sldId id="272" r:id="rId18"/>
    <p:sldId id="273" r:id="rId19"/>
    <p:sldId id="291" r:id="rId20"/>
    <p:sldId id="280" r:id="rId21"/>
    <p:sldId id="276" r:id="rId22"/>
    <p:sldId id="281" r:id="rId23"/>
    <p:sldId id="283" r:id="rId24"/>
    <p:sldId id="282" r:id="rId25"/>
    <p:sldId id="284" r:id="rId26"/>
    <p:sldId id="285" r:id="rId27"/>
    <p:sldId id="290" r:id="rId28"/>
    <p:sldId id="286" r:id="rId29"/>
    <p:sldId id="287" r:id="rId30"/>
    <p:sldId id="288" r:id="rId31"/>
    <p:sldId id="289" r:id="rId32"/>
    <p:sldId id="26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62BA"/>
    <a:srgbClr val="5432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5" d="100"/>
          <a:sy n="65" d="100"/>
        </p:scale>
        <p:origin x="912"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ADB38-7DE1-C7AA-2FF4-87E37C25A3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45F915-65CA-B51C-67B0-7B1334B332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D591A5-9413-8069-5C09-FD03397A9EBB}"/>
              </a:ext>
            </a:extLst>
          </p:cNvPr>
          <p:cNvSpPr>
            <a:spLocks noGrp="1"/>
          </p:cNvSpPr>
          <p:nvPr>
            <p:ph type="dt" sz="half" idx="10"/>
          </p:nvPr>
        </p:nvSpPr>
        <p:spPr/>
        <p:txBody>
          <a:bodyPr/>
          <a:lstStyle/>
          <a:p>
            <a:fld id="{53D226A6-F324-4184-A9A2-E908DF8C1C86}" type="datetimeFigureOut">
              <a:rPr lang="en-US" smtClean="0"/>
              <a:t>12/5/2025</a:t>
            </a:fld>
            <a:endParaRPr lang="en-US"/>
          </a:p>
        </p:txBody>
      </p:sp>
      <p:sp>
        <p:nvSpPr>
          <p:cNvPr id="5" name="Footer Placeholder 4">
            <a:extLst>
              <a:ext uri="{FF2B5EF4-FFF2-40B4-BE49-F238E27FC236}">
                <a16:creationId xmlns:a16="http://schemas.microsoft.com/office/drawing/2014/main" id="{CCEFA823-4FA4-2DDB-A155-E5E9A4F09B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E6E939-4507-3731-EF9F-F40C9B775955}"/>
              </a:ext>
            </a:extLst>
          </p:cNvPr>
          <p:cNvSpPr>
            <a:spLocks noGrp="1"/>
          </p:cNvSpPr>
          <p:nvPr>
            <p:ph type="sldNum" sz="quarter" idx="12"/>
          </p:nvPr>
        </p:nvSpPr>
        <p:spPr/>
        <p:txBody>
          <a:bodyPr/>
          <a:lstStyle/>
          <a:p>
            <a:fld id="{BBC49AAE-8D8B-4FD4-BDB1-2CF80A6BFEC2}" type="slidenum">
              <a:rPr lang="en-US" smtClean="0"/>
              <a:t>‹#›</a:t>
            </a:fld>
            <a:endParaRPr lang="en-US"/>
          </a:p>
        </p:txBody>
      </p:sp>
    </p:spTree>
    <p:extLst>
      <p:ext uri="{BB962C8B-B14F-4D97-AF65-F5344CB8AC3E}">
        <p14:creationId xmlns:p14="http://schemas.microsoft.com/office/powerpoint/2010/main" val="1046411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CB9AE-79B4-0472-1BF1-1E4E674DE4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60D5C0-6E02-64AF-99EE-366270F32A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30D4CA-02C5-54E7-F255-A743DEA7CB88}"/>
              </a:ext>
            </a:extLst>
          </p:cNvPr>
          <p:cNvSpPr>
            <a:spLocks noGrp="1"/>
          </p:cNvSpPr>
          <p:nvPr>
            <p:ph type="dt" sz="half" idx="10"/>
          </p:nvPr>
        </p:nvSpPr>
        <p:spPr/>
        <p:txBody>
          <a:bodyPr/>
          <a:lstStyle/>
          <a:p>
            <a:fld id="{53D226A6-F324-4184-A9A2-E908DF8C1C86}" type="datetimeFigureOut">
              <a:rPr lang="en-US" smtClean="0"/>
              <a:t>12/5/2025</a:t>
            </a:fld>
            <a:endParaRPr lang="en-US"/>
          </a:p>
        </p:txBody>
      </p:sp>
      <p:sp>
        <p:nvSpPr>
          <p:cNvPr id="5" name="Footer Placeholder 4">
            <a:extLst>
              <a:ext uri="{FF2B5EF4-FFF2-40B4-BE49-F238E27FC236}">
                <a16:creationId xmlns:a16="http://schemas.microsoft.com/office/drawing/2014/main" id="{9950AFCB-4369-F77F-F955-3C62B1A25C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E2A18E-73CF-3E9B-ABCE-D33CF863D527}"/>
              </a:ext>
            </a:extLst>
          </p:cNvPr>
          <p:cNvSpPr>
            <a:spLocks noGrp="1"/>
          </p:cNvSpPr>
          <p:nvPr>
            <p:ph type="sldNum" sz="quarter" idx="12"/>
          </p:nvPr>
        </p:nvSpPr>
        <p:spPr/>
        <p:txBody>
          <a:bodyPr/>
          <a:lstStyle/>
          <a:p>
            <a:fld id="{BBC49AAE-8D8B-4FD4-BDB1-2CF80A6BFEC2}" type="slidenum">
              <a:rPr lang="en-US" smtClean="0"/>
              <a:t>‹#›</a:t>
            </a:fld>
            <a:endParaRPr lang="en-US"/>
          </a:p>
        </p:txBody>
      </p:sp>
    </p:spTree>
    <p:extLst>
      <p:ext uri="{BB962C8B-B14F-4D97-AF65-F5344CB8AC3E}">
        <p14:creationId xmlns:p14="http://schemas.microsoft.com/office/powerpoint/2010/main" val="3704527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2AA81-BB90-7254-AB2F-2822A3312F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D8C37EC-36B5-8AFC-6BE4-84A1DBED7E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4BD95B-6B4D-2EDF-FE11-3AA204996038}"/>
              </a:ext>
            </a:extLst>
          </p:cNvPr>
          <p:cNvSpPr>
            <a:spLocks noGrp="1"/>
          </p:cNvSpPr>
          <p:nvPr>
            <p:ph type="dt" sz="half" idx="10"/>
          </p:nvPr>
        </p:nvSpPr>
        <p:spPr/>
        <p:txBody>
          <a:bodyPr/>
          <a:lstStyle/>
          <a:p>
            <a:fld id="{53D226A6-F324-4184-A9A2-E908DF8C1C86}" type="datetimeFigureOut">
              <a:rPr lang="en-US" smtClean="0"/>
              <a:t>12/5/2025</a:t>
            </a:fld>
            <a:endParaRPr lang="en-US"/>
          </a:p>
        </p:txBody>
      </p:sp>
      <p:sp>
        <p:nvSpPr>
          <p:cNvPr id="5" name="Footer Placeholder 4">
            <a:extLst>
              <a:ext uri="{FF2B5EF4-FFF2-40B4-BE49-F238E27FC236}">
                <a16:creationId xmlns:a16="http://schemas.microsoft.com/office/drawing/2014/main" id="{B5A21E5F-451A-B9A7-689E-6E94FC7B18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3B2CFE-77D1-5B27-C541-B209B1C0AC6C}"/>
              </a:ext>
            </a:extLst>
          </p:cNvPr>
          <p:cNvSpPr>
            <a:spLocks noGrp="1"/>
          </p:cNvSpPr>
          <p:nvPr>
            <p:ph type="sldNum" sz="quarter" idx="12"/>
          </p:nvPr>
        </p:nvSpPr>
        <p:spPr/>
        <p:txBody>
          <a:bodyPr/>
          <a:lstStyle/>
          <a:p>
            <a:fld id="{BBC49AAE-8D8B-4FD4-BDB1-2CF80A6BFEC2}" type="slidenum">
              <a:rPr lang="en-US" smtClean="0"/>
              <a:t>‹#›</a:t>
            </a:fld>
            <a:endParaRPr lang="en-US"/>
          </a:p>
        </p:txBody>
      </p:sp>
    </p:spTree>
    <p:extLst>
      <p:ext uri="{BB962C8B-B14F-4D97-AF65-F5344CB8AC3E}">
        <p14:creationId xmlns:p14="http://schemas.microsoft.com/office/powerpoint/2010/main" val="369913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F2F76-3330-5757-77DC-82B43220F5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2B5848-6162-5DBB-CC70-C9E51FA3CB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E2710BA-E634-FB54-CA27-1F4369DA48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9A58C0-3D3C-E854-E96C-2C7859E27B93}"/>
              </a:ext>
            </a:extLst>
          </p:cNvPr>
          <p:cNvSpPr>
            <a:spLocks noGrp="1"/>
          </p:cNvSpPr>
          <p:nvPr>
            <p:ph type="dt" sz="half" idx="10"/>
          </p:nvPr>
        </p:nvSpPr>
        <p:spPr/>
        <p:txBody>
          <a:bodyPr/>
          <a:lstStyle/>
          <a:p>
            <a:fld id="{53D226A6-F324-4184-A9A2-E908DF8C1C86}" type="datetimeFigureOut">
              <a:rPr lang="en-US" smtClean="0"/>
              <a:t>12/5/2025</a:t>
            </a:fld>
            <a:endParaRPr lang="en-US"/>
          </a:p>
        </p:txBody>
      </p:sp>
      <p:sp>
        <p:nvSpPr>
          <p:cNvPr id="6" name="Footer Placeholder 5">
            <a:extLst>
              <a:ext uri="{FF2B5EF4-FFF2-40B4-BE49-F238E27FC236}">
                <a16:creationId xmlns:a16="http://schemas.microsoft.com/office/drawing/2014/main" id="{134C44D9-2241-91C6-A79D-39114409B1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C86654-DDC2-CDDB-4B50-FAADCA3BB191}"/>
              </a:ext>
            </a:extLst>
          </p:cNvPr>
          <p:cNvSpPr>
            <a:spLocks noGrp="1"/>
          </p:cNvSpPr>
          <p:nvPr>
            <p:ph type="sldNum" sz="quarter" idx="12"/>
          </p:nvPr>
        </p:nvSpPr>
        <p:spPr/>
        <p:txBody>
          <a:bodyPr/>
          <a:lstStyle/>
          <a:p>
            <a:fld id="{BBC49AAE-8D8B-4FD4-BDB1-2CF80A6BFEC2}" type="slidenum">
              <a:rPr lang="en-US" smtClean="0"/>
              <a:t>‹#›</a:t>
            </a:fld>
            <a:endParaRPr lang="en-US"/>
          </a:p>
        </p:txBody>
      </p:sp>
    </p:spTree>
    <p:extLst>
      <p:ext uri="{BB962C8B-B14F-4D97-AF65-F5344CB8AC3E}">
        <p14:creationId xmlns:p14="http://schemas.microsoft.com/office/powerpoint/2010/main" val="2813428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DFB7-9A2C-BBE5-D7D8-52D979C984C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DE751E-1FE0-DE9D-C0AD-A7DE41B99D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7F0DE3-41F6-A796-A0B9-BF04338BC3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F0BC733-9CB6-02CE-6CDE-A4F4E37945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491DF6-5CD2-F969-66EA-D189F54BC0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2BF3EB1-DA2B-1B02-E4C0-A82234EC388E}"/>
              </a:ext>
            </a:extLst>
          </p:cNvPr>
          <p:cNvSpPr>
            <a:spLocks noGrp="1"/>
          </p:cNvSpPr>
          <p:nvPr>
            <p:ph type="dt" sz="half" idx="10"/>
          </p:nvPr>
        </p:nvSpPr>
        <p:spPr/>
        <p:txBody>
          <a:bodyPr/>
          <a:lstStyle/>
          <a:p>
            <a:fld id="{53D226A6-F324-4184-A9A2-E908DF8C1C86}" type="datetimeFigureOut">
              <a:rPr lang="en-US" smtClean="0"/>
              <a:t>12/5/2025</a:t>
            </a:fld>
            <a:endParaRPr lang="en-US"/>
          </a:p>
        </p:txBody>
      </p:sp>
      <p:sp>
        <p:nvSpPr>
          <p:cNvPr id="8" name="Footer Placeholder 7">
            <a:extLst>
              <a:ext uri="{FF2B5EF4-FFF2-40B4-BE49-F238E27FC236}">
                <a16:creationId xmlns:a16="http://schemas.microsoft.com/office/drawing/2014/main" id="{4AB7BBA2-113B-8EEF-049F-10F087AF52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B0BD7DD-FBBA-AE3B-147D-3B7962A9F9BE}"/>
              </a:ext>
            </a:extLst>
          </p:cNvPr>
          <p:cNvSpPr>
            <a:spLocks noGrp="1"/>
          </p:cNvSpPr>
          <p:nvPr>
            <p:ph type="sldNum" sz="quarter" idx="12"/>
          </p:nvPr>
        </p:nvSpPr>
        <p:spPr/>
        <p:txBody>
          <a:bodyPr/>
          <a:lstStyle/>
          <a:p>
            <a:fld id="{BBC49AAE-8D8B-4FD4-BDB1-2CF80A6BFEC2}" type="slidenum">
              <a:rPr lang="en-US" smtClean="0"/>
              <a:t>‹#›</a:t>
            </a:fld>
            <a:endParaRPr lang="en-US"/>
          </a:p>
        </p:txBody>
      </p:sp>
    </p:spTree>
    <p:extLst>
      <p:ext uri="{BB962C8B-B14F-4D97-AF65-F5344CB8AC3E}">
        <p14:creationId xmlns:p14="http://schemas.microsoft.com/office/powerpoint/2010/main" val="1274714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7BD00-C790-5A0B-839B-E4AC59FAA5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5ACFE18-046C-1759-F41D-337D0A9A9364}"/>
              </a:ext>
            </a:extLst>
          </p:cNvPr>
          <p:cNvSpPr>
            <a:spLocks noGrp="1"/>
          </p:cNvSpPr>
          <p:nvPr>
            <p:ph type="dt" sz="half" idx="10"/>
          </p:nvPr>
        </p:nvSpPr>
        <p:spPr/>
        <p:txBody>
          <a:bodyPr/>
          <a:lstStyle/>
          <a:p>
            <a:fld id="{53D226A6-F324-4184-A9A2-E908DF8C1C86}" type="datetimeFigureOut">
              <a:rPr lang="en-US" smtClean="0"/>
              <a:t>12/5/2025</a:t>
            </a:fld>
            <a:endParaRPr lang="en-US"/>
          </a:p>
        </p:txBody>
      </p:sp>
      <p:sp>
        <p:nvSpPr>
          <p:cNvPr id="4" name="Footer Placeholder 3">
            <a:extLst>
              <a:ext uri="{FF2B5EF4-FFF2-40B4-BE49-F238E27FC236}">
                <a16:creationId xmlns:a16="http://schemas.microsoft.com/office/drawing/2014/main" id="{7DFFBD2E-00BA-0DBE-BBA3-FE749BE6C30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A84F38-A9A7-B453-A971-3992E80CE8BA}"/>
              </a:ext>
            </a:extLst>
          </p:cNvPr>
          <p:cNvSpPr>
            <a:spLocks noGrp="1"/>
          </p:cNvSpPr>
          <p:nvPr>
            <p:ph type="sldNum" sz="quarter" idx="12"/>
          </p:nvPr>
        </p:nvSpPr>
        <p:spPr/>
        <p:txBody>
          <a:bodyPr/>
          <a:lstStyle/>
          <a:p>
            <a:fld id="{BBC49AAE-8D8B-4FD4-BDB1-2CF80A6BFEC2}" type="slidenum">
              <a:rPr lang="en-US" smtClean="0"/>
              <a:t>‹#›</a:t>
            </a:fld>
            <a:endParaRPr lang="en-US"/>
          </a:p>
        </p:txBody>
      </p:sp>
    </p:spTree>
    <p:extLst>
      <p:ext uri="{BB962C8B-B14F-4D97-AF65-F5344CB8AC3E}">
        <p14:creationId xmlns:p14="http://schemas.microsoft.com/office/powerpoint/2010/main" val="294438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F808DD-1717-6001-4F9E-B34FEDFD7ACD}"/>
              </a:ext>
            </a:extLst>
          </p:cNvPr>
          <p:cNvSpPr>
            <a:spLocks noGrp="1"/>
          </p:cNvSpPr>
          <p:nvPr>
            <p:ph type="dt" sz="half" idx="10"/>
          </p:nvPr>
        </p:nvSpPr>
        <p:spPr/>
        <p:txBody>
          <a:bodyPr/>
          <a:lstStyle/>
          <a:p>
            <a:fld id="{53D226A6-F324-4184-A9A2-E908DF8C1C86}" type="datetimeFigureOut">
              <a:rPr lang="en-US" smtClean="0"/>
              <a:t>12/5/2025</a:t>
            </a:fld>
            <a:endParaRPr lang="en-US"/>
          </a:p>
        </p:txBody>
      </p:sp>
      <p:sp>
        <p:nvSpPr>
          <p:cNvPr id="3" name="Footer Placeholder 2">
            <a:extLst>
              <a:ext uri="{FF2B5EF4-FFF2-40B4-BE49-F238E27FC236}">
                <a16:creationId xmlns:a16="http://schemas.microsoft.com/office/drawing/2014/main" id="{1114EBB8-A6E1-7B70-7D9D-E9CE300C156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A9F197-14F3-E3F0-3F6C-1691E4CFC6ED}"/>
              </a:ext>
            </a:extLst>
          </p:cNvPr>
          <p:cNvSpPr>
            <a:spLocks noGrp="1"/>
          </p:cNvSpPr>
          <p:nvPr>
            <p:ph type="sldNum" sz="quarter" idx="12"/>
          </p:nvPr>
        </p:nvSpPr>
        <p:spPr/>
        <p:txBody>
          <a:bodyPr/>
          <a:lstStyle/>
          <a:p>
            <a:fld id="{BBC49AAE-8D8B-4FD4-BDB1-2CF80A6BFEC2}" type="slidenum">
              <a:rPr lang="en-US" smtClean="0"/>
              <a:t>‹#›</a:t>
            </a:fld>
            <a:endParaRPr lang="en-US"/>
          </a:p>
        </p:txBody>
      </p:sp>
    </p:spTree>
    <p:extLst>
      <p:ext uri="{BB962C8B-B14F-4D97-AF65-F5344CB8AC3E}">
        <p14:creationId xmlns:p14="http://schemas.microsoft.com/office/powerpoint/2010/main" val="3844862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71FDA-D358-B8C1-1F7D-F373BDBA41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A128B3-218F-C629-22B9-797702D49B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80C8CC-0CF4-1E4F-0762-DAAAE05B1C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FBAEC2-CD9B-404C-A222-474757EAF42E}"/>
              </a:ext>
            </a:extLst>
          </p:cNvPr>
          <p:cNvSpPr>
            <a:spLocks noGrp="1"/>
          </p:cNvSpPr>
          <p:nvPr>
            <p:ph type="dt" sz="half" idx="10"/>
          </p:nvPr>
        </p:nvSpPr>
        <p:spPr/>
        <p:txBody>
          <a:bodyPr/>
          <a:lstStyle/>
          <a:p>
            <a:fld id="{53D226A6-F324-4184-A9A2-E908DF8C1C86}" type="datetimeFigureOut">
              <a:rPr lang="en-US" smtClean="0"/>
              <a:t>12/5/2025</a:t>
            </a:fld>
            <a:endParaRPr lang="en-US"/>
          </a:p>
        </p:txBody>
      </p:sp>
      <p:sp>
        <p:nvSpPr>
          <p:cNvPr id="6" name="Footer Placeholder 5">
            <a:extLst>
              <a:ext uri="{FF2B5EF4-FFF2-40B4-BE49-F238E27FC236}">
                <a16:creationId xmlns:a16="http://schemas.microsoft.com/office/drawing/2014/main" id="{75F7F38C-3627-E113-0720-9A2105EE95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2A3E88-5CFD-82A0-4C3F-8242182448C9}"/>
              </a:ext>
            </a:extLst>
          </p:cNvPr>
          <p:cNvSpPr>
            <a:spLocks noGrp="1"/>
          </p:cNvSpPr>
          <p:nvPr>
            <p:ph type="sldNum" sz="quarter" idx="12"/>
          </p:nvPr>
        </p:nvSpPr>
        <p:spPr/>
        <p:txBody>
          <a:bodyPr/>
          <a:lstStyle/>
          <a:p>
            <a:fld id="{BBC49AAE-8D8B-4FD4-BDB1-2CF80A6BFEC2}" type="slidenum">
              <a:rPr lang="en-US" smtClean="0"/>
              <a:t>‹#›</a:t>
            </a:fld>
            <a:endParaRPr lang="en-US"/>
          </a:p>
        </p:txBody>
      </p:sp>
    </p:spTree>
    <p:extLst>
      <p:ext uri="{BB962C8B-B14F-4D97-AF65-F5344CB8AC3E}">
        <p14:creationId xmlns:p14="http://schemas.microsoft.com/office/powerpoint/2010/main" val="634816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462DD-FB55-985D-C084-02E35C27E5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2344B39-E8C5-D66F-2278-1FA715D2CB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FF78F8-B932-DECE-E185-494691CAA7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7BB793-1174-982B-C834-6E23E782F173}"/>
              </a:ext>
            </a:extLst>
          </p:cNvPr>
          <p:cNvSpPr>
            <a:spLocks noGrp="1"/>
          </p:cNvSpPr>
          <p:nvPr>
            <p:ph type="dt" sz="half" idx="10"/>
          </p:nvPr>
        </p:nvSpPr>
        <p:spPr/>
        <p:txBody>
          <a:bodyPr/>
          <a:lstStyle/>
          <a:p>
            <a:fld id="{53D226A6-F324-4184-A9A2-E908DF8C1C86}" type="datetimeFigureOut">
              <a:rPr lang="en-US" smtClean="0"/>
              <a:t>12/5/2025</a:t>
            </a:fld>
            <a:endParaRPr lang="en-US"/>
          </a:p>
        </p:txBody>
      </p:sp>
      <p:sp>
        <p:nvSpPr>
          <p:cNvPr id="6" name="Footer Placeholder 5">
            <a:extLst>
              <a:ext uri="{FF2B5EF4-FFF2-40B4-BE49-F238E27FC236}">
                <a16:creationId xmlns:a16="http://schemas.microsoft.com/office/drawing/2014/main" id="{2EFB83CB-4C2C-8643-A599-944295F1D5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197B83-6E26-BC8A-5145-EEA15DA3F90D}"/>
              </a:ext>
            </a:extLst>
          </p:cNvPr>
          <p:cNvSpPr>
            <a:spLocks noGrp="1"/>
          </p:cNvSpPr>
          <p:nvPr>
            <p:ph type="sldNum" sz="quarter" idx="12"/>
          </p:nvPr>
        </p:nvSpPr>
        <p:spPr/>
        <p:txBody>
          <a:bodyPr/>
          <a:lstStyle/>
          <a:p>
            <a:fld id="{BBC49AAE-8D8B-4FD4-BDB1-2CF80A6BFEC2}" type="slidenum">
              <a:rPr lang="en-US" smtClean="0"/>
              <a:t>‹#›</a:t>
            </a:fld>
            <a:endParaRPr lang="en-US"/>
          </a:p>
        </p:txBody>
      </p:sp>
    </p:spTree>
    <p:extLst>
      <p:ext uri="{BB962C8B-B14F-4D97-AF65-F5344CB8AC3E}">
        <p14:creationId xmlns:p14="http://schemas.microsoft.com/office/powerpoint/2010/main" val="679496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1767E-F2B1-EEF2-5A14-9644C271A0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507BF0-B9C5-179A-C17C-65629EA4E2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79B96C-59C9-A389-2F63-388CF0A5D786}"/>
              </a:ext>
            </a:extLst>
          </p:cNvPr>
          <p:cNvSpPr>
            <a:spLocks noGrp="1"/>
          </p:cNvSpPr>
          <p:nvPr>
            <p:ph type="dt" sz="half" idx="10"/>
          </p:nvPr>
        </p:nvSpPr>
        <p:spPr/>
        <p:txBody>
          <a:bodyPr/>
          <a:lstStyle/>
          <a:p>
            <a:fld id="{53D226A6-F324-4184-A9A2-E908DF8C1C86}" type="datetimeFigureOut">
              <a:rPr lang="en-US" smtClean="0"/>
              <a:t>12/5/2025</a:t>
            </a:fld>
            <a:endParaRPr lang="en-US"/>
          </a:p>
        </p:txBody>
      </p:sp>
      <p:sp>
        <p:nvSpPr>
          <p:cNvPr id="5" name="Footer Placeholder 4">
            <a:extLst>
              <a:ext uri="{FF2B5EF4-FFF2-40B4-BE49-F238E27FC236}">
                <a16:creationId xmlns:a16="http://schemas.microsoft.com/office/drawing/2014/main" id="{BA3DD92C-F0CA-76E8-F067-14F7419040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70417-A260-0EFC-7AE7-DFC453723D90}"/>
              </a:ext>
            </a:extLst>
          </p:cNvPr>
          <p:cNvSpPr>
            <a:spLocks noGrp="1"/>
          </p:cNvSpPr>
          <p:nvPr>
            <p:ph type="sldNum" sz="quarter" idx="12"/>
          </p:nvPr>
        </p:nvSpPr>
        <p:spPr/>
        <p:txBody>
          <a:bodyPr/>
          <a:lstStyle/>
          <a:p>
            <a:fld id="{BBC49AAE-8D8B-4FD4-BDB1-2CF80A6BFEC2}" type="slidenum">
              <a:rPr lang="en-US" smtClean="0"/>
              <a:t>‹#›</a:t>
            </a:fld>
            <a:endParaRPr lang="en-US"/>
          </a:p>
        </p:txBody>
      </p:sp>
    </p:spTree>
    <p:extLst>
      <p:ext uri="{BB962C8B-B14F-4D97-AF65-F5344CB8AC3E}">
        <p14:creationId xmlns:p14="http://schemas.microsoft.com/office/powerpoint/2010/main" val="3386554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C29194-A24E-13B0-0E9B-3B49C4733AC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D76D2A-32CE-4F40-126F-218B467769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363EC1-81D5-4A61-50D4-3330EF4A4305}"/>
              </a:ext>
            </a:extLst>
          </p:cNvPr>
          <p:cNvSpPr>
            <a:spLocks noGrp="1"/>
          </p:cNvSpPr>
          <p:nvPr>
            <p:ph type="dt" sz="half" idx="10"/>
          </p:nvPr>
        </p:nvSpPr>
        <p:spPr/>
        <p:txBody>
          <a:bodyPr/>
          <a:lstStyle/>
          <a:p>
            <a:fld id="{53D226A6-F324-4184-A9A2-E908DF8C1C86}" type="datetimeFigureOut">
              <a:rPr lang="en-US" smtClean="0"/>
              <a:t>12/5/2025</a:t>
            </a:fld>
            <a:endParaRPr lang="en-US"/>
          </a:p>
        </p:txBody>
      </p:sp>
      <p:sp>
        <p:nvSpPr>
          <p:cNvPr id="5" name="Footer Placeholder 4">
            <a:extLst>
              <a:ext uri="{FF2B5EF4-FFF2-40B4-BE49-F238E27FC236}">
                <a16:creationId xmlns:a16="http://schemas.microsoft.com/office/drawing/2014/main" id="{D7784CD9-14B5-1F76-577E-17C8EB5834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A811A5-AD2F-85DD-7976-FEC09B81F5EB}"/>
              </a:ext>
            </a:extLst>
          </p:cNvPr>
          <p:cNvSpPr>
            <a:spLocks noGrp="1"/>
          </p:cNvSpPr>
          <p:nvPr>
            <p:ph type="sldNum" sz="quarter" idx="12"/>
          </p:nvPr>
        </p:nvSpPr>
        <p:spPr/>
        <p:txBody>
          <a:bodyPr/>
          <a:lstStyle/>
          <a:p>
            <a:fld id="{BBC49AAE-8D8B-4FD4-BDB1-2CF80A6BFEC2}" type="slidenum">
              <a:rPr lang="en-US" smtClean="0"/>
              <a:t>‹#›</a:t>
            </a:fld>
            <a:endParaRPr lang="en-US"/>
          </a:p>
        </p:txBody>
      </p:sp>
    </p:spTree>
    <p:extLst>
      <p:ext uri="{BB962C8B-B14F-4D97-AF65-F5344CB8AC3E}">
        <p14:creationId xmlns:p14="http://schemas.microsoft.com/office/powerpoint/2010/main" val="749557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7B4E5E-5799-8D1B-AE2D-E961F60AAB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3DDF656-926C-B562-1949-E42478C95E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27EC1E-AD86-0B13-E74F-12FEA28E5E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D226A6-F324-4184-A9A2-E908DF8C1C86}" type="datetimeFigureOut">
              <a:rPr lang="en-US" smtClean="0"/>
              <a:t>12/5/2025</a:t>
            </a:fld>
            <a:endParaRPr lang="en-US"/>
          </a:p>
        </p:txBody>
      </p:sp>
      <p:sp>
        <p:nvSpPr>
          <p:cNvPr id="5" name="Footer Placeholder 4">
            <a:extLst>
              <a:ext uri="{FF2B5EF4-FFF2-40B4-BE49-F238E27FC236}">
                <a16:creationId xmlns:a16="http://schemas.microsoft.com/office/drawing/2014/main" id="{95007A06-88CF-6410-98EF-964511CF65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AA04C7A-53DB-E71F-FB2D-17DC5CA5B8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C49AAE-8D8B-4FD4-BDB1-2CF80A6BFEC2}" type="slidenum">
              <a:rPr lang="en-US" smtClean="0"/>
              <a:t>‹#›</a:t>
            </a:fld>
            <a:endParaRPr lang="en-US"/>
          </a:p>
        </p:txBody>
      </p:sp>
    </p:spTree>
    <p:extLst>
      <p:ext uri="{BB962C8B-B14F-4D97-AF65-F5344CB8AC3E}">
        <p14:creationId xmlns:p14="http://schemas.microsoft.com/office/powerpoint/2010/main" val="3513755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3.xml"/><Relationship Id="rId13" Type="http://schemas.openxmlformats.org/officeDocument/2006/relationships/image" Target="../media/image7.png"/><Relationship Id="rId18" Type="http://schemas.openxmlformats.org/officeDocument/2006/relationships/slide" Target="slide30.xml"/><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6.PNG"/><Relationship Id="rId17" Type="http://schemas.openxmlformats.org/officeDocument/2006/relationships/image" Target="../media/image9.png"/><Relationship Id="rId2" Type="http://schemas.openxmlformats.org/officeDocument/2006/relationships/image" Target="../media/image1.jpeg"/><Relationship Id="rId16" Type="http://schemas.openxmlformats.org/officeDocument/2006/relationships/slide" Target="slide27.xml"/><Relationship Id="rId20" Type="http://schemas.openxmlformats.org/officeDocument/2006/relationships/slide" Target="slide32.xml"/><Relationship Id="rId1" Type="http://schemas.openxmlformats.org/officeDocument/2006/relationships/slideLayout" Target="../slideLayouts/slideLayout1.xml"/><Relationship Id="rId6" Type="http://schemas.openxmlformats.org/officeDocument/2006/relationships/image" Target="../media/image33.png"/><Relationship Id="rId11" Type="http://schemas.openxmlformats.org/officeDocument/2006/relationships/slide" Target="slide4.xml"/><Relationship Id="rId5" Type="http://schemas.openxmlformats.org/officeDocument/2006/relationships/slide" Target="slide2.xml"/><Relationship Id="rId15" Type="http://schemas.openxmlformats.org/officeDocument/2006/relationships/image" Target="../media/image8.png"/><Relationship Id="rId10" Type="http://schemas.openxmlformats.org/officeDocument/2006/relationships/image" Target="../media/image5.png"/><Relationship Id="rId19"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image" Target="../media/image410.png"/><Relationship Id="rId14" Type="http://schemas.openxmlformats.org/officeDocument/2006/relationships/slide" Target="slide2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 Target="slide5.xml"/><Relationship Id="rId7" Type="http://schemas.openxmlformats.org/officeDocument/2006/relationships/image" Target="../media/image120.png"/><Relationship Id="rId12"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slide" Target="slide7.xml"/><Relationship Id="rId11" Type="http://schemas.openxmlformats.org/officeDocument/2006/relationships/image" Target="../media/image2.png"/><Relationship Id="rId5" Type="http://schemas.openxmlformats.org/officeDocument/2006/relationships/image" Target="../media/image14.png"/><Relationship Id="rId10" Type="http://schemas.openxmlformats.org/officeDocument/2006/relationships/image" Target="../media/image130.png"/><Relationship Id="rId4" Type="http://schemas.openxmlformats.org/officeDocument/2006/relationships/image" Target="../media/image110.png"/><Relationship Id="rId9" Type="http://schemas.openxmlformats.org/officeDocument/2006/relationships/slide" Target="slide13.xml"/></Relationships>
</file>

<file path=ppt/slides/_rels/slide5.xml.rels><?xml version="1.0" encoding="UTF-8" standalone="yes"?>
<Relationships xmlns="http://schemas.openxmlformats.org/package/2006/relationships"><Relationship Id="rId3" Type="http://schemas.openxmlformats.org/officeDocument/2006/relationships/slide" Target="slide6.xml"/><Relationship Id="rId7"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hyperlink" Target="https://www.kaggle.com/datasets/sahilislam007/ai-impact-on-job-market-20242030?resource=download" TargetMode="External"/><Relationship Id="rId5" Type="http://schemas.openxmlformats.org/officeDocument/2006/relationships/image" Target="../media/image2.png"/><Relationship Id="rId4" Type="http://schemas.openxmlformats.org/officeDocument/2006/relationships/image" Target="../media/image140.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6.PNG"/><Relationship Id="rId7" Type="http://schemas.openxmlformats.org/officeDocument/2006/relationships/image" Target="../media/image19.png"/><Relationship Id="rId12" Type="http://schemas.openxmlformats.org/officeDocument/2006/relationships/image" Target="../media/image180.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60.png"/><Relationship Id="rId11" Type="http://schemas.openxmlformats.org/officeDocument/2006/relationships/slide" Target="slide11.xml"/><Relationship Id="rId5" Type="http://schemas.openxmlformats.org/officeDocument/2006/relationships/slide" Target="slide8.xml"/><Relationship Id="rId10" Type="http://schemas.openxmlformats.org/officeDocument/2006/relationships/image" Target="../media/image20.png"/><Relationship Id="rId4" Type="http://schemas.openxmlformats.org/officeDocument/2006/relationships/image" Target="../media/image18.png"/><Relationship Id="rId9" Type="http://schemas.openxmlformats.org/officeDocument/2006/relationships/image" Target="../media/image170.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10.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 Target="slide10.xml"/><Relationship Id="rId5" Type="http://schemas.openxmlformats.org/officeDocument/2006/relationships/image" Target="../media/image23.png"/><Relationship Id="rId4" Type="http://schemas.openxmlformats.org/officeDocument/2006/relationships/image" Target="../media/image22.jpe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30.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 Target="slide11.xml"/><Relationship Id="rId5" Type="http://schemas.openxmlformats.org/officeDocument/2006/relationships/image" Target="../media/image25.png"/><Relationship Id="rId4" Type="http://schemas.openxmlformats.org/officeDocument/2006/relationships/image" Target="../media/image24.jpe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50.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 Target="slide12.xml"/><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70.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 Target="slide13.xml"/><Relationship Id="rId5" Type="http://schemas.openxmlformats.org/officeDocument/2006/relationships/image" Target="../media/image29.png"/><Relationship Id="rId4" Type="http://schemas.openxmlformats.org/officeDocument/2006/relationships/image" Target="../media/image28.jpeg"/></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7" Type="http://schemas.openxmlformats.org/officeDocument/2006/relationships/image" Target="../media/image2.pn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slide" Target="slide14.xml"/><Relationship Id="rId5" Type="http://schemas.openxmlformats.org/officeDocument/2006/relationships/image" Target="../media/image190.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60.png"/><Relationship Id="rId4" Type="http://schemas.openxmlformats.org/officeDocument/2006/relationships/slide" Target="slide15.xml"/></Relationships>
</file>

<file path=ppt/slides/_rels/slide1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6.PNG"/><Relationship Id="rId7" Type="http://schemas.openxmlformats.org/officeDocument/2006/relationships/slide" Target="slide16.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34.png"/><Relationship Id="rId11" Type="http://schemas.openxmlformats.org/officeDocument/2006/relationships/slide" Target="slide19.xml"/><Relationship Id="rId5" Type="http://schemas.openxmlformats.org/officeDocument/2006/relationships/slide" Target="slide17.xml"/><Relationship Id="rId10" Type="http://schemas.openxmlformats.org/officeDocument/2006/relationships/image" Target="../media/image36.png"/><Relationship Id="rId4" Type="http://schemas.openxmlformats.org/officeDocument/2006/relationships/image" Target="../media/image32.png"/><Relationship Id="rId9" Type="http://schemas.openxmlformats.org/officeDocument/2006/relationships/slide" Target="slide18.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 Target="slide20.xml"/><Relationship Id="rId5" Type="http://schemas.openxmlformats.org/officeDocument/2006/relationships/image" Target="../media/image41.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8" Type="http://schemas.openxmlformats.org/officeDocument/2006/relationships/slide" Target="slide22.xml"/><Relationship Id="rId13" Type="http://schemas.openxmlformats.org/officeDocument/2006/relationships/image" Target="../media/image45.png"/><Relationship Id="rId18" Type="http://schemas.openxmlformats.org/officeDocument/2006/relationships/image" Target="../media/image400.png"/><Relationship Id="rId3" Type="http://schemas.openxmlformats.org/officeDocument/2006/relationships/image" Target="../media/image6.PNG"/><Relationship Id="rId7" Type="http://schemas.openxmlformats.org/officeDocument/2006/relationships/image" Target="../media/image43.png"/><Relationship Id="rId12" Type="http://schemas.openxmlformats.org/officeDocument/2006/relationships/image" Target="../media/image380.png"/><Relationship Id="rId17" Type="http://schemas.openxmlformats.org/officeDocument/2006/relationships/slide" Target="slide25.xml"/><Relationship Id="rId2" Type="http://schemas.openxmlformats.org/officeDocument/2006/relationships/image" Target="../media/image2.png"/><Relationship Id="rId16" Type="http://schemas.openxmlformats.org/officeDocument/2006/relationships/image" Target="../media/image46.png"/><Relationship Id="rId1" Type="http://schemas.openxmlformats.org/officeDocument/2006/relationships/slideLayout" Target="../slideLayouts/slideLayout1.xml"/><Relationship Id="rId6" Type="http://schemas.openxmlformats.org/officeDocument/2006/relationships/image" Target="../media/image360.png"/><Relationship Id="rId11" Type="http://schemas.openxmlformats.org/officeDocument/2006/relationships/slide" Target="slide23.xml"/><Relationship Id="rId5" Type="http://schemas.openxmlformats.org/officeDocument/2006/relationships/slide" Target="slide21.xml"/><Relationship Id="rId15" Type="http://schemas.openxmlformats.org/officeDocument/2006/relationships/image" Target="../media/image390.png"/><Relationship Id="rId10" Type="http://schemas.openxmlformats.org/officeDocument/2006/relationships/image" Target="../media/image44.png"/><Relationship Id="rId4" Type="http://schemas.openxmlformats.org/officeDocument/2006/relationships/image" Target="../media/image42.png"/><Relationship Id="rId9" Type="http://schemas.openxmlformats.org/officeDocument/2006/relationships/image" Target="../media/image370.png"/><Relationship Id="rId14" Type="http://schemas.openxmlformats.org/officeDocument/2006/relationships/slide" Target="slide24.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2.jpeg"/><Relationship Id="rId1" Type="http://schemas.openxmlformats.org/officeDocument/2006/relationships/slideLayout" Target="../slideLayouts/slideLayout1.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53D704AA-B822-3950-6585-6DC861C8058A}"/>
              </a:ext>
            </a:extLst>
          </p:cNvPr>
          <p:cNvGrpSpPr/>
          <p:nvPr/>
        </p:nvGrpSpPr>
        <p:grpSpPr>
          <a:xfrm>
            <a:off x="4446726" y="3294626"/>
            <a:ext cx="1261560" cy="1261560"/>
            <a:chOff x="0" y="0"/>
            <a:chExt cx="812800" cy="812800"/>
          </a:xfrm>
        </p:grpSpPr>
        <p:sp>
          <p:nvSpPr>
            <p:cNvPr id="3" name="Freeform 5">
              <a:extLst>
                <a:ext uri="{FF2B5EF4-FFF2-40B4-BE49-F238E27FC236}">
                  <a16:creationId xmlns:a16="http://schemas.microsoft.com/office/drawing/2014/main" id="{B6DDF0D9-D654-10D6-E07D-A577CC4D3FD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A6A6A6"/>
              </a:solidFill>
              <a:prstDash val="solid"/>
              <a:miter/>
            </a:ln>
          </p:spPr>
          <p:txBody>
            <a:bodyPr/>
            <a:lstStyle/>
            <a:p>
              <a:endParaRPr lang="en-US"/>
            </a:p>
          </p:txBody>
        </p:sp>
        <p:sp>
          <p:nvSpPr>
            <p:cNvPr id="4" name="TextBox 6">
              <a:extLst>
                <a:ext uri="{FF2B5EF4-FFF2-40B4-BE49-F238E27FC236}">
                  <a16:creationId xmlns:a16="http://schemas.microsoft.com/office/drawing/2014/main" id="{AEAE0F19-158A-8659-40BA-16FCC842C8F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4">
            <a:extLst>
              <a:ext uri="{FF2B5EF4-FFF2-40B4-BE49-F238E27FC236}">
                <a16:creationId xmlns:a16="http://schemas.microsoft.com/office/drawing/2014/main" id="{DCAEF4AA-8E9E-ECB3-7F64-57D9FA7ED794}"/>
              </a:ext>
            </a:extLst>
          </p:cNvPr>
          <p:cNvSpPr txBox="1"/>
          <p:nvPr/>
        </p:nvSpPr>
        <p:spPr>
          <a:xfrm>
            <a:off x="324464" y="3610070"/>
            <a:ext cx="6636774" cy="672556"/>
          </a:xfrm>
          <a:prstGeom prst="rect">
            <a:avLst/>
          </a:prstGeom>
        </p:spPr>
        <p:txBody>
          <a:bodyPr lIns="0" tIns="0" rIns="0" bIns="0" rtlCol="0" anchor="t">
            <a:spAutoFit/>
          </a:bodyPr>
          <a:lstStyle>
            <a:defPPr>
              <a:defRPr lang="en-US"/>
            </a:defPPr>
            <a:lvl1pPr>
              <a:lnSpc>
                <a:spcPts val="5880"/>
              </a:lnSpc>
              <a:spcBef>
                <a:spcPct val="0"/>
              </a:spcBef>
              <a:defRPr sz="2400" spc="-273">
                <a:solidFill>
                  <a:srgbClr val="A6A6A6"/>
                </a:solidFill>
                <a:latin typeface="Telegraf"/>
                <a:ea typeface="Telegraf"/>
                <a:cs typeface="Telegraf"/>
              </a:defRPr>
            </a:lvl1pPr>
          </a:lstStyle>
          <a:p>
            <a:r>
              <a:rPr lang="en-US" sz="3600" b="1" dirty="0">
                <a:solidFill>
                  <a:schemeClr val="tx1"/>
                </a:solidFill>
              </a:rPr>
              <a:t>AI-Powered Job Market Insights</a:t>
            </a:r>
          </a:p>
        </p:txBody>
      </p:sp>
      <p:grpSp>
        <p:nvGrpSpPr>
          <p:cNvPr id="6" name="Group 2">
            <a:extLst>
              <a:ext uri="{FF2B5EF4-FFF2-40B4-BE49-F238E27FC236}">
                <a16:creationId xmlns:a16="http://schemas.microsoft.com/office/drawing/2014/main" id="{23343244-364F-610A-0FF1-66D50601BC3B}"/>
              </a:ext>
            </a:extLst>
          </p:cNvPr>
          <p:cNvGrpSpPr/>
          <p:nvPr/>
        </p:nvGrpSpPr>
        <p:grpSpPr>
          <a:xfrm>
            <a:off x="6300797" y="1742423"/>
            <a:ext cx="4062404" cy="3672412"/>
            <a:chOff x="0" y="0"/>
            <a:chExt cx="6350000" cy="5740400"/>
          </a:xfrm>
        </p:grpSpPr>
        <p:sp>
          <p:nvSpPr>
            <p:cNvPr id="7" name="Freeform 3">
              <a:extLst>
                <a:ext uri="{FF2B5EF4-FFF2-40B4-BE49-F238E27FC236}">
                  <a16:creationId xmlns:a16="http://schemas.microsoft.com/office/drawing/2014/main" id="{4EA47B24-B495-10D8-64F9-F38A6F1A5617}"/>
                </a:ext>
              </a:extLst>
            </p:cNvPr>
            <p:cNvSpPr/>
            <p:nvPr/>
          </p:nvSpPr>
          <p:spPr>
            <a:xfrm>
              <a:off x="0" y="0"/>
              <a:ext cx="6351270" cy="5741670"/>
            </a:xfrm>
            <a:custGeom>
              <a:avLst/>
              <a:gdLst/>
              <a:ahLst/>
              <a:cxnLst/>
              <a:rect l="l" t="t" r="r" b="b"/>
              <a:pathLst>
                <a:path w="6351270" h="5741670">
                  <a:moveTo>
                    <a:pt x="0" y="542290"/>
                  </a:moveTo>
                  <a:lnTo>
                    <a:pt x="0" y="2392680"/>
                  </a:lnTo>
                  <a:cubicBezTo>
                    <a:pt x="0" y="2691130"/>
                    <a:pt x="242570" y="2933700"/>
                    <a:pt x="542290" y="2933700"/>
                  </a:cubicBezTo>
                  <a:lnTo>
                    <a:pt x="1148080" y="2933700"/>
                  </a:lnTo>
                  <a:cubicBezTo>
                    <a:pt x="1447800" y="2933700"/>
                    <a:pt x="1690370" y="3176270"/>
                    <a:pt x="1690370" y="3475990"/>
                  </a:cubicBezTo>
                  <a:lnTo>
                    <a:pt x="1690370" y="5199380"/>
                  </a:lnTo>
                  <a:cubicBezTo>
                    <a:pt x="1690370" y="5499100"/>
                    <a:pt x="1932940" y="5741670"/>
                    <a:pt x="2232660" y="5741670"/>
                  </a:cubicBezTo>
                  <a:lnTo>
                    <a:pt x="3599180" y="5741670"/>
                  </a:lnTo>
                  <a:cubicBezTo>
                    <a:pt x="3735070" y="5741670"/>
                    <a:pt x="3867150" y="5689600"/>
                    <a:pt x="3967480" y="5598160"/>
                  </a:cubicBezTo>
                  <a:lnTo>
                    <a:pt x="6177280" y="3553460"/>
                  </a:lnTo>
                  <a:cubicBezTo>
                    <a:pt x="6287770" y="3450590"/>
                    <a:pt x="6351270" y="3307080"/>
                    <a:pt x="6351270" y="3155950"/>
                  </a:cubicBezTo>
                  <a:lnTo>
                    <a:pt x="6351270" y="542290"/>
                  </a:lnTo>
                  <a:cubicBezTo>
                    <a:pt x="6350000" y="242570"/>
                    <a:pt x="6107430" y="0"/>
                    <a:pt x="5807710" y="0"/>
                  </a:cubicBezTo>
                  <a:lnTo>
                    <a:pt x="542290" y="0"/>
                  </a:lnTo>
                  <a:cubicBezTo>
                    <a:pt x="242570" y="0"/>
                    <a:pt x="0" y="242570"/>
                    <a:pt x="0" y="542290"/>
                  </a:cubicBezTo>
                  <a:close/>
                </a:path>
              </a:pathLst>
            </a:custGeom>
            <a:blipFill>
              <a:blip r:embed="rId2"/>
              <a:stretch>
                <a:fillRect t="-22114" r="-65383"/>
              </a:stretch>
            </a:blipFill>
          </p:spPr>
          <p:txBody>
            <a:bodyPr/>
            <a:lstStyle/>
            <a:p>
              <a:endParaRPr lang="en-US"/>
            </a:p>
          </p:txBody>
        </p:sp>
      </p:grpSp>
      <p:grpSp>
        <p:nvGrpSpPr>
          <p:cNvPr id="8" name="Group 7">
            <a:extLst>
              <a:ext uri="{FF2B5EF4-FFF2-40B4-BE49-F238E27FC236}">
                <a16:creationId xmlns:a16="http://schemas.microsoft.com/office/drawing/2014/main" id="{3B317309-4D23-EADD-2A96-B35A576F1250}"/>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71AE23E5-AB0D-64B9-6ABE-6A2D2C3E258D}"/>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52658D14-2D2B-5C17-9892-F9343317AF71}"/>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C312BCF1-DBAF-2791-1B19-C8C3230C241C}"/>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sp>
        <p:nvSpPr>
          <p:cNvPr id="11" name="TextBox 19">
            <a:extLst>
              <a:ext uri="{FF2B5EF4-FFF2-40B4-BE49-F238E27FC236}">
                <a16:creationId xmlns:a16="http://schemas.microsoft.com/office/drawing/2014/main" id="{E40D8A38-8048-C3A6-9EC0-CE2E278CE17C}"/>
              </a:ext>
            </a:extLst>
          </p:cNvPr>
          <p:cNvSpPr txBox="1"/>
          <p:nvPr/>
        </p:nvSpPr>
        <p:spPr>
          <a:xfrm>
            <a:off x="339505" y="4350860"/>
            <a:ext cx="4646217" cy="2215991"/>
          </a:xfrm>
          <a:prstGeom prst="rect">
            <a:avLst/>
          </a:prstGeom>
        </p:spPr>
        <p:txBody>
          <a:bodyPr lIns="0" tIns="0" rIns="0" bIns="0" rtlCol="0" anchor="t">
            <a:spAutoFit/>
          </a:bodyPr>
          <a:lstStyle/>
          <a:p>
            <a:pPr algn="l">
              <a:spcBef>
                <a:spcPct val="0"/>
              </a:spcBef>
            </a:pPr>
            <a:r>
              <a:rPr lang="en-US" sz="2400" spc="-273" dirty="0">
                <a:solidFill>
                  <a:srgbClr val="A6A6A6"/>
                </a:solidFill>
                <a:latin typeface="Telegraf"/>
                <a:ea typeface="Telegraf"/>
                <a:cs typeface="Telegraf"/>
                <a:sym typeface="Telegraf"/>
              </a:rPr>
              <a:t>Done  by: </a:t>
            </a:r>
          </a:p>
          <a:p>
            <a:pPr lvl="1">
              <a:spcBef>
                <a:spcPct val="0"/>
              </a:spcBef>
            </a:pPr>
            <a:r>
              <a:rPr lang="en-US" sz="2400" spc="-273" dirty="0">
                <a:solidFill>
                  <a:srgbClr val="A6A6A6"/>
                </a:solidFill>
                <a:latin typeface="Telegraf"/>
                <a:ea typeface="Telegraf"/>
                <a:cs typeface="Telegraf"/>
                <a:sym typeface="Telegraf"/>
              </a:rPr>
              <a:t>Reham Ayman </a:t>
            </a:r>
          </a:p>
          <a:p>
            <a:pPr lvl="1">
              <a:spcBef>
                <a:spcPct val="0"/>
              </a:spcBef>
            </a:pPr>
            <a:r>
              <a:rPr lang="en-US" sz="2400" spc="-273" dirty="0" err="1">
                <a:solidFill>
                  <a:srgbClr val="A6A6A6"/>
                </a:solidFill>
                <a:latin typeface="Telegraf"/>
                <a:ea typeface="Telegraf"/>
                <a:cs typeface="Telegraf"/>
                <a:sym typeface="Telegraf"/>
              </a:rPr>
              <a:t>Sogoud</a:t>
            </a:r>
            <a:r>
              <a:rPr lang="en-US" sz="2400" spc="-273" dirty="0">
                <a:solidFill>
                  <a:srgbClr val="A6A6A6"/>
                </a:solidFill>
                <a:latin typeface="Telegraf"/>
                <a:ea typeface="Telegraf"/>
                <a:cs typeface="Telegraf"/>
                <a:sym typeface="Telegraf"/>
              </a:rPr>
              <a:t> Ahmed</a:t>
            </a:r>
            <a:br>
              <a:rPr lang="en-US" sz="2400" spc="-273" dirty="0">
                <a:solidFill>
                  <a:srgbClr val="A6A6A6"/>
                </a:solidFill>
                <a:latin typeface="Telegraf"/>
                <a:ea typeface="Telegraf"/>
                <a:cs typeface="Telegraf"/>
                <a:sym typeface="Telegraf"/>
              </a:rPr>
            </a:br>
            <a:r>
              <a:rPr lang="en-US" sz="2400" spc="-273" dirty="0">
                <a:solidFill>
                  <a:srgbClr val="A6A6A6"/>
                </a:solidFill>
                <a:latin typeface="Telegraf"/>
                <a:ea typeface="Telegraf"/>
                <a:cs typeface="Telegraf"/>
                <a:sym typeface="Telegraf"/>
              </a:rPr>
              <a:t>Moataz Samir</a:t>
            </a:r>
          </a:p>
          <a:p>
            <a:pPr lvl="1">
              <a:spcBef>
                <a:spcPct val="0"/>
              </a:spcBef>
            </a:pPr>
            <a:r>
              <a:rPr lang="en-US" sz="2400" spc="-273" dirty="0">
                <a:solidFill>
                  <a:srgbClr val="A6A6A6"/>
                </a:solidFill>
                <a:latin typeface="Telegraf"/>
                <a:ea typeface="Telegraf"/>
                <a:cs typeface="Telegraf"/>
                <a:sym typeface="Telegraf"/>
              </a:rPr>
              <a:t>Elsayed </a:t>
            </a:r>
            <a:r>
              <a:rPr lang="en-US" sz="2400" spc="-273" dirty="0" err="1">
                <a:solidFill>
                  <a:srgbClr val="A6A6A6"/>
                </a:solidFill>
                <a:latin typeface="Telegraf"/>
                <a:ea typeface="Telegraf"/>
                <a:cs typeface="Telegraf"/>
                <a:sym typeface="Telegraf"/>
              </a:rPr>
              <a:t>Abdellatef</a:t>
            </a:r>
            <a:endParaRPr lang="en-US" sz="2400" spc="-273" dirty="0">
              <a:solidFill>
                <a:srgbClr val="A6A6A6"/>
              </a:solidFill>
              <a:latin typeface="Telegraf"/>
              <a:ea typeface="Telegraf"/>
              <a:cs typeface="Telegraf"/>
              <a:sym typeface="Telegraf"/>
            </a:endParaRPr>
          </a:p>
          <a:p>
            <a:pPr lvl="1">
              <a:spcBef>
                <a:spcPct val="0"/>
              </a:spcBef>
            </a:pPr>
            <a:r>
              <a:rPr lang="en-US" sz="2400" spc="-273" dirty="0">
                <a:solidFill>
                  <a:srgbClr val="A6A6A6"/>
                </a:solidFill>
                <a:latin typeface="Telegraf"/>
                <a:ea typeface="Telegraf"/>
                <a:cs typeface="Telegraf"/>
                <a:sym typeface="Telegraf"/>
              </a:rPr>
              <a:t>Youssef Mohammed</a:t>
            </a:r>
          </a:p>
        </p:txBody>
      </p:sp>
      <p:pic>
        <p:nvPicPr>
          <p:cNvPr id="16" name="Picture 15" descr="A black background with a black square&#10;&#10;AI-generated content may be incorrect.">
            <a:extLst>
              <a:ext uri="{FF2B5EF4-FFF2-40B4-BE49-F238E27FC236}">
                <a16:creationId xmlns:a16="http://schemas.microsoft.com/office/drawing/2014/main" id="{12512420-543A-E7FF-5AD0-34D236268103}"/>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mc:AlternateContent xmlns:mc="http://schemas.openxmlformats.org/markup-compatibility/2006" xmlns:pslz="http://schemas.microsoft.com/office/powerpoint/2016/slidezoom">
        <mc:Choice Requires="pslz">
          <p:graphicFrame>
            <p:nvGraphicFramePr>
              <p:cNvPr id="22" name="Slide Zoom 21">
                <a:extLst>
                  <a:ext uri="{FF2B5EF4-FFF2-40B4-BE49-F238E27FC236}">
                    <a16:creationId xmlns:a16="http://schemas.microsoft.com/office/drawing/2014/main" id="{B7393E01-B90A-B714-7C8D-8D80017E7806}"/>
                  </a:ext>
                </a:extLst>
              </p:cNvPr>
              <p:cNvGraphicFramePr>
                <a:graphicFrameLocks noChangeAspect="1"/>
              </p:cNvGraphicFramePr>
              <p:nvPr>
                <p:extLst>
                  <p:ext uri="{D42A27DB-BD31-4B8C-83A1-F6EECF244321}">
                    <p14:modId xmlns:p14="http://schemas.microsoft.com/office/powerpoint/2010/main" val="174881755"/>
                  </p:ext>
                </p:extLst>
              </p:nvPr>
            </p:nvGraphicFramePr>
            <p:xfrm>
              <a:off x="5911960" y="4212818"/>
              <a:ext cx="883828" cy="497154"/>
            </p:xfrm>
            <a:graphic>
              <a:graphicData uri="http://schemas.microsoft.com/office/powerpoint/2016/slidezoom">
                <pslz:sldZm>
                  <pslz:sldZmObj sldId="258" cId="2327051821">
                    <pslz:zmPr id="{4200186E-8969-44E9-83FC-B4E090ACB3DE}" returnToParent="0" transitionDur="1000">
                      <p166:blipFill xmlns:p166="http://schemas.microsoft.com/office/powerpoint/2016/6/main">
                        <a:blip r:embed="rId4"/>
                        <a:stretch>
                          <a:fillRect/>
                        </a:stretch>
                      </p166:blipFill>
                      <p166:spPr xmlns:p166="http://schemas.microsoft.com/office/powerpoint/2016/6/main">
                        <a:xfrm>
                          <a:off x="0" y="0"/>
                          <a:ext cx="883828" cy="497154"/>
                        </a:xfrm>
                        <a:prstGeom prst="rect">
                          <a:avLst/>
                        </a:prstGeom>
                        <a:ln w="3175">
                          <a:solidFill>
                            <a:prstClr val="ltGray"/>
                          </a:solidFill>
                        </a:ln>
                      </p166:spPr>
                    </pslz:zmPr>
                  </pslz:sldZmObj>
                </pslz:sldZm>
              </a:graphicData>
            </a:graphic>
          </p:graphicFrame>
        </mc:Choice>
        <mc:Fallback xmlns="">
          <p:pic>
            <p:nvPicPr>
              <p:cNvPr id="22" name="Slide Zoom 21">
                <a:hlinkClick r:id="rId5" action="ppaction://hlinksldjump"/>
                <a:extLst>
                  <a:ext uri="{FF2B5EF4-FFF2-40B4-BE49-F238E27FC236}">
                    <a16:creationId xmlns:a16="http://schemas.microsoft.com/office/drawing/2014/main" id="{B7393E01-B90A-B714-7C8D-8D80017E7806}"/>
                  </a:ext>
                </a:extLst>
              </p:cNvPr>
              <p:cNvPicPr>
                <a:picLocks noGrp="1" noRot="1" noChangeAspect="1" noMove="1" noResize="1" noEditPoints="1" noAdjustHandles="1" noChangeArrowheads="1" noChangeShapeType="1"/>
              </p:cNvPicPr>
              <p:nvPr/>
            </p:nvPicPr>
            <p:blipFill>
              <a:blip r:embed="rId6"/>
              <a:stretch>
                <a:fillRect/>
              </a:stretch>
            </p:blipFill>
            <p:spPr>
              <a:xfrm>
                <a:off x="5911960" y="4212818"/>
                <a:ext cx="883828" cy="49715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6" name="Slide Zoom 25">
                <a:extLst>
                  <a:ext uri="{FF2B5EF4-FFF2-40B4-BE49-F238E27FC236}">
                    <a16:creationId xmlns:a16="http://schemas.microsoft.com/office/drawing/2014/main" id="{9EFD6076-5819-060A-B2F6-D77042A1ECC4}"/>
                  </a:ext>
                </a:extLst>
              </p:cNvPr>
              <p:cNvGraphicFramePr>
                <a:graphicFrameLocks noChangeAspect="1"/>
              </p:cNvGraphicFramePr>
              <p:nvPr>
                <p:extLst>
                  <p:ext uri="{D42A27DB-BD31-4B8C-83A1-F6EECF244321}">
                    <p14:modId xmlns:p14="http://schemas.microsoft.com/office/powerpoint/2010/main" val="71420605"/>
                  </p:ext>
                </p:extLst>
              </p:nvPr>
            </p:nvGraphicFramePr>
            <p:xfrm>
              <a:off x="5266372" y="2091975"/>
              <a:ext cx="883828" cy="497154"/>
            </p:xfrm>
            <a:graphic>
              <a:graphicData uri="http://schemas.microsoft.com/office/powerpoint/2016/slidezoom">
                <pslz:sldZm>
                  <pslz:sldZmObj sldId="259" cId="628024314">
                    <pslz:zmPr id="{8D2EFBC0-2FFF-49D2-AB6E-C2B6EA8335E8}" returnToParent="0" transitionDur="1000">
                      <p166:blipFill xmlns:p166="http://schemas.microsoft.com/office/powerpoint/2016/6/main">
                        <a:blip r:embed="rId7"/>
                        <a:stretch>
                          <a:fillRect/>
                        </a:stretch>
                      </p166:blipFill>
                      <p166:spPr xmlns:p166="http://schemas.microsoft.com/office/powerpoint/2016/6/main">
                        <a:xfrm>
                          <a:off x="0" y="0"/>
                          <a:ext cx="883828" cy="497154"/>
                        </a:xfrm>
                        <a:prstGeom prst="rect">
                          <a:avLst/>
                        </a:prstGeom>
                        <a:ln w="3175">
                          <a:solidFill>
                            <a:prstClr val="ltGray"/>
                          </a:solidFill>
                        </a:ln>
                      </p166:spPr>
                    </pslz:zmPr>
                  </pslz:sldZmObj>
                </pslz:sldZm>
              </a:graphicData>
            </a:graphic>
          </p:graphicFrame>
        </mc:Choice>
        <mc:Fallback xmlns="">
          <p:pic>
            <p:nvPicPr>
              <p:cNvPr id="26" name="Slide Zoom 25">
                <a:hlinkClick r:id="rId8" action="ppaction://hlinksldjump"/>
                <a:extLst>
                  <a:ext uri="{FF2B5EF4-FFF2-40B4-BE49-F238E27FC236}">
                    <a16:creationId xmlns:a16="http://schemas.microsoft.com/office/drawing/2014/main" id="{9EFD6076-5819-060A-B2F6-D77042A1ECC4}"/>
                  </a:ext>
                </a:extLst>
              </p:cNvPr>
              <p:cNvPicPr>
                <a:picLocks noGrp="1" noRot="1" noChangeAspect="1" noMove="1" noResize="1" noEditPoints="1" noAdjustHandles="1" noChangeArrowheads="1" noChangeShapeType="1"/>
              </p:cNvPicPr>
              <p:nvPr/>
            </p:nvPicPr>
            <p:blipFill>
              <a:blip r:embed="rId9"/>
              <a:stretch>
                <a:fillRect/>
              </a:stretch>
            </p:blipFill>
            <p:spPr>
              <a:xfrm>
                <a:off x="5266372" y="2091975"/>
                <a:ext cx="883828" cy="497154"/>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8" name="Slide Zoom 27">
                <a:extLst>
                  <a:ext uri="{FF2B5EF4-FFF2-40B4-BE49-F238E27FC236}">
                    <a16:creationId xmlns:a16="http://schemas.microsoft.com/office/drawing/2014/main" id="{C1D26CAB-10B3-C002-FBEF-B1B7803168EF}"/>
                  </a:ext>
                </a:extLst>
              </p:cNvPr>
              <p:cNvGraphicFramePr>
                <a:graphicFrameLocks noChangeAspect="1"/>
              </p:cNvGraphicFramePr>
              <p:nvPr>
                <p:extLst>
                  <p:ext uri="{D42A27DB-BD31-4B8C-83A1-F6EECF244321}">
                    <p14:modId xmlns:p14="http://schemas.microsoft.com/office/powerpoint/2010/main" val="1173683830"/>
                  </p:ext>
                </p:extLst>
              </p:nvPr>
            </p:nvGraphicFramePr>
            <p:xfrm>
              <a:off x="7719228" y="1044379"/>
              <a:ext cx="883828" cy="497154"/>
            </p:xfrm>
            <a:graphic>
              <a:graphicData uri="http://schemas.microsoft.com/office/powerpoint/2016/slidezoom">
                <pslz:sldZm>
                  <pslz:sldZmObj sldId="260" cId="2981935833">
                    <pslz:zmPr id="{689FB507-AD87-4108-8CB1-B49049D5A8FA}" returnToParent="0" transitionDur="1000">
                      <p166:blipFill xmlns:p166="http://schemas.microsoft.com/office/powerpoint/2016/6/main">
                        <a:blip r:embed="rId10"/>
                        <a:stretch>
                          <a:fillRect/>
                        </a:stretch>
                      </p166:blipFill>
                      <p166:spPr xmlns:p166="http://schemas.microsoft.com/office/powerpoint/2016/6/main">
                        <a:xfrm>
                          <a:off x="0" y="0"/>
                          <a:ext cx="883828" cy="497154"/>
                        </a:xfrm>
                        <a:prstGeom prst="rect">
                          <a:avLst/>
                        </a:prstGeom>
                        <a:ln w="3175">
                          <a:solidFill>
                            <a:prstClr val="ltGray"/>
                          </a:solidFill>
                        </a:ln>
                      </p166:spPr>
                    </pslz:zmPr>
                  </pslz:sldZmObj>
                </pslz:sldZm>
              </a:graphicData>
            </a:graphic>
          </p:graphicFrame>
        </mc:Choice>
        <mc:Fallback>
          <p:pic>
            <p:nvPicPr>
              <p:cNvPr id="28" name="Slide Zoom 27">
                <a:hlinkClick r:id="rId11" action="ppaction://hlinksldjump"/>
                <a:extLst>
                  <a:ext uri="{FF2B5EF4-FFF2-40B4-BE49-F238E27FC236}">
                    <a16:creationId xmlns:a16="http://schemas.microsoft.com/office/drawing/2014/main" id="{C1D26CAB-10B3-C002-FBEF-B1B7803168EF}"/>
                  </a:ext>
                </a:extLst>
              </p:cNvPr>
              <p:cNvPicPr>
                <a:picLocks noGrp="1" noRot="1" noChangeAspect="1" noMove="1" noResize="1" noEditPoints="1" noAdjustHandles="1" noChangeArrowheads="1" noChangeShapeType="1"/>
              </p:cNvPicPr>
              <p:nvPr/>
            </p:nvPicPr>
            <p:blipFill>
              <a:blip r:embed="rId10"/>
              <a:stretch>
                <a:fillRect/>
              </a:stretch>
            </p:blipFill>
            <p:spPr>
              <a:xfrm>
                <a:off x="7719228" y="1044379"/>
                <a:ext cx="883828" cy="497154"/>
              </a:xfrm>
              <a:prstGeom prst="rect">
                <a:avLst/>
              </a:prstGeom>
              <a:ln w="3175">
                <a:solidFill>
                  <a:prstClr val="ltGray"/>
                </a:solidFill>
              </a:ln>
            </p:spPr>
          </p:pic>
        </mc:Fallback>
      </mc:AlternateContent>
      <p:pic>
        <p:nvPicPr>
          <p:cNvPr id="36" name="Picture 35" descr="A logo of a globe with a graduation cap&#10;&#10;AI-generated content may be incorrect.">
            <a:extLst>
              <a:ext uri="{FF2B5EF4-FFF2-40B4-BE49-F238E27FC236}">
                <a16:creationId xmlns:a16="http://schemas.microsoft.com/office/drawing/2014/main" id="{BD6106C4-3F37-763F-30ED-B8AA064AE5E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sp>
        <p:nvSpPr>
          <p:cNvPr id="13" name="TextBox 12">
            <a:extLst>
              <a:ext uri="{FF2B5EF4-FFF2-40B4-BE49-F238E27FC236}">
                <a16:creationId xmlns:a16="http://schemas.microsoft.com/office/drawing/2014/main" id="{E3949440-3570-2D9E-D7FB-07145833E8F1}"/>
              </a:ext>
            </a:extLst>
          </p:cNvPr>
          <p:cNvSpPr txBox="1"/>
          <p:nvPr/>
        </p:nvSpPr>
        <p:spPr>
          <a:xfrm>
            <a:off x="3168223" y="6305562"/>
            <a:ext cx="6371302" cy="400110"/>
          </a:xfrm>
          <a:prstGeom prst="rect">
            <a:avLst/>
          </a:prstGeom>
          <a:noFill/>
        </p:spPr>
        <p:txBody>
          <a:bodyPr wrap="square">
            <a:spAutoFit/>
          </a:bodyPr>
          <a:lstStyle/>
          <a:p>
            <a:pPr algn="l">
              <a:spcBef>
                <a:spcPct val="0"/>
              </a:spcBef>
            </a:pPr>
            <a:r>
              <a:rPr lang="en-US" sz="2000" spc="-273" dirty="0">
                <a:solidFill>
                  <a:srgbClr val="A6A6A6"/>
                </a:solidFill>
                <a:latin typeface="Telegraf"/>
                <a:ea typeface="Telegraf"/>
                <a:cs typeface="Telegraf"/>
                <a:sym typeface="Telegraf"/>
              </a:rPr>
              <a:t>Supervised by:   DR.  Amal     Mahmoud</a:t>
            </a:r>
          </a:p>
        </p:txBody>
      </p:sp>
      <mc:AlternateContent xmlns:mc="http://schemas.openxmlformats.org/markup-compatibility/2006">
        <mc:Choice xmlns:pslz="http://schemas.microsoft.com/office/powerpoint/2016/slidezoom" Requires="pslz">
          <p:graphicFrame>
            <p:nvGraphicFramePr>
              <p:cNvPr id="18" name="Slide Zoom 17">
                <a:extLst>
                  <a:ext uri="{FF2B5EF4-FFF2-40B4-BE49-F238E27FC236}">
                    <a16:creationId xmlns:a16="http://schemas.microsoft.com/office/drawing/2014/main" id="{D71117AE-A3D6-57BF-102A-1A466A45F56D}"/>
                  </a:ext>
                </a:extLst>
              </p:cNvPr>
              <p:cNvGraphicFramePr>
                <a:graphicFrameLocks noChangeAspect="1"/>
              </p:cNvGraphicFramePr>
              <p:nvPr>
                <p:extLst>
                  <p:ext uri="{D42A27DB-BD31-4B8C-83A1-F6EECF244321}">
                    <p14:modId xmlns:p14="http://schemas.microsoft.com/office/powerpoint/2010/main" val="3171524939"/>
                  </p:ext>
                </p:extLst>
              </p:nvPr>
            </p:nvGraphicFramePr>
            <p:xfrm>
              <a:off x="8751119" y="5627442"/>
              <a:ext cx="1069518" cy="601604"/>
            </p:xfrm>
            <a:graphic>
              <a:graphicData uri="http://schemas.microsoft.com/office/powerpoint/2016/slidezoom">
                <pslz:sldZm>
                  <pslz:sldZmObj sldId="285" cId="650009948">
                    <pslz:zmPr id="{AB16C180-2B12-454B-A7E5-2455725DDB97}" returnToParent="0" transitionDur="1000">
                      <p166:blipFill xmlns:p166="http://schemas.microsoft.com/office/powerpoint/2016/6/main">
                        <a:blip r:embed="rId13"/>
                        <a:stretch>
                          <a:fillRect/>
                        </a:stretch>
                      </p166:blipFill>
                      <p166:spPr xmlns:p166="http://schemas.microsoft.com/office/powerpoint/2016/6/main">
                        <a:xfrm>
                          <a:off x="0" y="0"/>
                          <a:ext cx="1069518" cy="601604"/>
                        </a:xfrm>
                        <a:prstGeom prst="rect">
                          <a:avLst/>
                        </a:prstGeom>
                        <a:ln w="3175">
                          <a:solidFill>
                            <a:prstClr val="ltGray"/>
                          </a:solidFill>
                        </a:ln>
                      </p166:spPr>
                    </pslz:zmPr>
                  </pslz:sldZmObj>
                </pslz:sldZm>
              </a:graphicData>
            </a:graphic>
          </p:graphicFrame>
        </mc:Choice>
        <mc:Fallback>
          <p:pic>
            <p:nvPicPr>
              <p:cNvPr id="18" name="Slide Zoom 17">
                <a:hlinkClick r:id="rId14" action="ppaction://hlinksldjump"/>
                <a:extLst>
                  <a:ext uri="{FF2B5EF4-FFF2-40B4-BE49-F238E27FC236}">
                    <a16:creationId xmlns:a16="http://schemas.microsoft.com/office/drawing/2014/main" id="{D71117AE-A3D6-57BF-102A-1A466A45F56D}"/>
                  </a:ext>
                </a:extLst>
              </p:cNvPr>
              <p:cNvPicPr>
                <a:picLocks noGrp="1" noRot="1" noChangeAspect="1" noMove="1" noResize="1" noEditPoints="1" noAdjustHandles="1" noChangeArrowheads="1" noChangeShapeType="1"/>
              </p:cNvPicPr>
              <p:nvPr/>
            </p:nvPicPr>
            <p:blipFill>
              <a:blip r:embed="rId13"/>
              <a:stretch>
                <a:fillRect/>
              </a:stretch>
            </p:blipFill>
            <p:spPr>
              <a:xfrm>
                <a:off x="8751119" y="5627442"/>
                <a:ext cx="1069518" cy="601604"/>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0" name="Slide Zoom 19">
                <a:extLst>
                  <a:ext uri="{FF2B5EF4-FFF2-40B4-BE49-F238E27FC236}">
                    <a16:creationId xmlns:a16="http://schemas.microsoft.com/office/drawing/2014/main" id="{FCF1E217-76FC-4285-FE97-E8F869C78F55}"/>
                  </a:ext>
                </a:extLst>
              </p:cNvPr>
              <p:cNvGraphicFramePr>
                <a:graphicFrameLocks noChangeAspect="1"/>
              </p:cNvGraphicFramePr>
              <p:nvPr>
                <p:extLst>
                  <p:ext uri="{D42A27DB-BD31-4B8C-83A1-F6EECF244321}">
                    <p14:modId xmlns:p14="http://schemas.microsoft.com/office/powerpoint/2010/main" val="186453561"/>
                  </p:ext>
                </p:extLst>
              </p:nvPr>
            </p:nvGraphicFramePr>
            <p:xfrm>
              <a:off x="10514610" y="4009589"/>
              <a:ext cx="939670" cy="528564"/>
            </p:xfrm>
            <a:graphic>
              <a:graphicData uri="http://schemas.microsoft.com/office/powerpoint/2016/slidezoom">
                <pslz:sldZm>
                  <pslz:sldZmObj sldId="290" cId="13726602">
                    <pslz:zmPr id="{8C206A8D-5007-450E-A02A-B3670085A1E7}" returnToParent="0" transitionDur="1000">
                      <p166:blipFill xmlns:p166="http://schemas.microsoft.com/office/powerpoint/2016/6/main">
                        <a:blip r:embed="rId15"/>
                        <a:stretch>
                          <a:fillRect/>
                        </a:stretch>
                      </p166:blipFill>
                      <p166:spPr xmlns:p166="http://schemas.microsoft.com/office/powerpoint/2016/6/main">
                        <a:xfrm>
                          <a:off x="0" y="0"/>
                          <a:ext cx="939670" cy="528564"/>
                        </a:xfrm>
                        <a:prstGeom prst="rect">
                          <a:avLst/>
                        </a:prstGeom>
                        <a:ln w="3175">
                          <a:solidFill>
                            <a:prstClr val="ltGray"/>
                          </a:solidFill>
                        </a:ln>
                      </p166:spPr>
                    </pslz:zmPr>
                  </pslz:sldZmObj>
                </pslz:sldZm>
              </a:graphicData>
            </a:graphic>
          </p:graphicFrame>
        </mc:Choice>
        <mc:Fallback>
          <p:pic>
            <p:nvPicPr>
              <p:cNvPr id="20" name="Slide Zoom 19">
                <a:hlinkClick r:id="rId16" action="ppaction://hlinksldjump"/>
                <a:extLst>
                  <a:ext uri="{FF2B5EF4-FFF2-40B4-BE49-F238E27FC236}">
                    <a16:creationId xmlns:a16="http://schemas.microsoft.com/office/drawing/2014/main" id="{FCF1E217-76FC-4285-FE97-E8F869C78F55}"/>
                  </a:ext>
                </a:extLst>
              </p:cNvPr>
              <p:cNvPicPr>
                <a:picLocks noGrp="1" noRot="1" noChangeAspect="1" noMove="1" noResize="1" noEditPoints="1" noAdjustHandles="1" noChangeArrowheads="1" noChangeShapeType="1"/>
              </p:cNvPicPr>
              <p:nvPr/>
            </p:nvPicPr>
            <p:blipFill>
              <a:blip r:embed="rId15"/>
              <a:stretch>
                <a:fillRect/>
              </a:stretch>
            </p:blipFill>
            <p:spPr>
              <a:xfrm>
                <a:off x="10514610" y="4009589"/>
                <a:ext cx="939670" cy="528564"/>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3" name="Slide Zoom 22">
                <a:extLst>
                  <a:ext uri="{FF2B5EF4-FFF2-40B4-BE49-F238E27FC236}">
                    <a16:creationId xmlns:a16="http://schemas.microsoft.com/office/drawing/2014/main" id="{171E9FDE-1FB7-2A02-F70B-6C364FFACB6C}"/>
                  </a:ext>
                </a:extLst>
              </p:cNvPr>
              <p:cNvGraphicFramePr>
                <a:graphicFrameLocks noChangeAspect="1"/>
              </p:cNvGraphicFramePr>
              <p:nvPr>
                <p:extLst>
                  <p:ext uri="{D42A27DB-BD31-4B8C-83A1-F6EECF244321}">
                    <p14:modId xmlns:p14="http://schemas.microsoft.com/office/powerpoint/2010/main" val="2788057748"/>
                  </p:ext>
                </p:extLst>
              </p:nvPr>
            </p:nvGraphicFramePr>
            <p:xfrm>
              <a:off x="10659903" y="1902571"/>
              <a:ext cx="842050" cy="473653"/>
            </p:xfrm>
            <a:graphic>
              <a:graphicData uri="http://schemas.microsoft.com/office/powerpoint/2016/slidezoom">
                <pslz:sldZm>
                  <pslz:sldZmObj sldId="288" cId="3173538722">
                    <pslz:zmPr id="{24AB0A5A-6268-4B49-9A52-DC20D376D18E}" returnToParent="0" transitionDur="1000">
                      <p166:blipFill xmlns:p166="http://schemas.microsoft.com/office/powerpoint/2016/6/main">
                        <a:blip r:embed="rId17"/>
                        <a:stretch>
                          <a:fillRect/>
                        </a:stretch>
                      </p166:blipFill>
                      <p166:spPr xmlns:p166="http://schemas.microsoft.com/office/powerpoint/2016/6/main">
                        <a:xfrm>
                          <a:off x="0" y="0"/>
                          <a:ext cx="842050" cy="473653"/>
                        </a:xfrm>
                        <a:prstGeom prst="rect">
                          <a:avLst/>
                        </a:prstGeom>
                        <a:ln w="3175">
                          <a:solidFill>
                            <a:prstClr val="ltGray"/>
                          </a:solidFill>
                        </a:ln>
                      </p166:spPr>
                    </pslz:zmPr>
                  </pslz:sldZmObj>
                </pslz:sldZm>
              </a:graphicData>
            </a:graphic>
          </p:graphicFrame>
        </mc:Choice>
        <mc:Fallback>
          <p:pic>
            <p:nvPicPr>
              <p:cNvPr id="23" name="Slide Zoom 22">
                <a:hlinkClick r:id="rId18" action="ppaction://hlinksldjump"/>
                <a:extLst>
                  <a:ext uri="{FF2B5EF4-FFF2-40B4-BE49-F238E27FC236}">
                    <a16:creationId xmlns:a16="http://schemas.microsoft.com/office/drawing/2014/main" id="{171E9FDE-1FB7-2A02-F70B-6C364FFACB6C}"/>
                  </a:ext>
                </a:extLst>
              </p:cNvPr>
              <p:cNvPicPr>
                <a:picLocks noGrp="1" noRot="1" noChangeAspect="1" noMove="1" noResize="1" noEditPoints="1" noAdjustHandles="1" noChangeArrowheads="1" noChangeShapeType="1"/>
              </p:cNvPicPr>
              <p:nvPr/>
            </p:nvPicPr>
            <p:blipFill>
              <a:blip r:embed="rId17"/>
              <a:stretch>
                <a:fillRect/>
              </a:stretch>
            </p:blipFill>
            <p:spPr>
              <a:xfrm>
                <a:off x="10659903" y="1902571"/>
                <a:ext cx="842050" cy="473653"/>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5" name="Slide Zoom 24">
                <a:extLst>
                  <a:ext uri="{FF2B5EF4-FFF2-40B4-BE49-F238E27FC236}">
                    <a16:creationId xmlns:a16="http://schemas.microsoft.com/office/drawing/2014/main" id="{BEDDD283-4E3E-38B2-B01B-B6435EF6EE3A}"/>
                  </a:ext>
                </a:extLst>
              </p:cNvPr>
              <p:cNvGraphicFramePr>
                <a:graphicFrameLocks noChangeAspect="1"/>
              </p:cNvGraphicFramePr>
              <p:nvPr>
                <p:extLst>
                  <p:ext uri="{D42A27DB-BD31-4B8C-83A1-F6EECF244321}">
                    <p14:modId xmlns:p14="http://schemas.microsoft.com/office/powerpoint/2010/main" val="182013093"/>
                  </p:ext>
                </p:extLst>
              </p:nvPr>
            </p:nvGraphicFramePr>
            <p:xfrm>
              <a:off x="6660309" y="5660607"/>
              <a:ext cx="1362681" cy="766508"/>
            </p:xfrm>
            <a:graphic>
              <a:graphicData uri="http://schemas.microsoft.com/office/powerpoint/2016/slidezoom">
                <pslz:sldZm>
                  <pslz:sldZmObj sldId="269" cId="1797936623">
                    <pslz:zmPr id="{7ADC8117-5BFF-4CF3-ADEA-767DF6DDE129}" returnToParent="0" transitionDur="1000">
                      <p166:blipFill xmlns:p166="http://schemas.microsoft.com/office/powerpoint/2016/6/main">
                        <a:blip r:embed="rId19"/>
                        <a:stretch>
                          <a:fillRect/>
                        </a:stretch>
                      </p166:blipFill>
                      <p166:spPr xmlns:p166="http://schemas.microsoft.com/office/powerpoint/2016/6/main">
                        <a:xfrm>
                          <a:off x="0" y="0"/>
                          <a:ext cx="1362681" cy="766508"/>
                        </a:xfrm>
                        <a:prstGeom prst="rect">
                          <a:avLst/>
                        </a:prstGeom>
                        <a:ln w="3175">
                          <a:solidFill>
                            <a:prstClr val="ltGray"/>
                          </a:solidFill>
                        </a:ln>
                      </p166:spPr>
                    </pslz:zmPr>
                  </pslz:sldZmObj>
                </pslz:sldZm>
              </a:graphicData>
            </a:graphic>
          </p:graphicFrame>
        </mc:Choice>
        <mc:Fallback>
          <p:pic>
            <p:nvPicPr>
              <p:cNvPr id="25" name="Slide Zoom 24">
                <a:hlinkClick r:id="rId20" action="ppaction://hlinksldjump"/>
                <a:extLst>
                  <a:ext uri="{FF2B5EF4-FFF2-40B4-BE49-F238E27FC236}">
                    <a16:creationId xmlns:a16="http://schemas.microsoft.com/office/drawing/2014/main" id="{BEDDD283-4E3E-38B2-B01B-B6435EF6EE3A}"/>
                  </a:ext>
                </a:extLst>
              </p:cNvPr>
              <p:cNvPicPr>
                <a:picLocks noGrp="1" noRot="1" noChangeAspect="1" noMove="1" noResize="1" noEditPoints="1" noAdjustHandles="1" noChangeArrowheads="1" noChangeShapeType="1"/>
              </p:cNvPicPr>
              <p:nvPr/>
            </p:nvPicPr>
            <p:blipFill>
              <a:blip r:embed="rId19"/>
              <a:stretch>
                <a:fillRect/>
              </a:stretch>
            </p:blipFill>
            <p:spPr>
              <a:xfrm>
                <a:off x="6660309" y="5660607"/>
                <a:ext cx="1362681" cy="766508"/>
              </a:xfrm>
              <a:prstGeom prst="rect">
                <a:avLst/>
              </a:prstGeom>
              <a:ln w="3175">
                <a:solidFill>
                  <a:prstClr val="ltGray"/>
                </a:solidFill>
              </a:ln>
            </p:spPr>
          </p:pic>
        </mc:Fallback>
      </mc:AlternateContent>
    </p:spTree>
    <p:extLst>
      <p:ext uri="{BB962C8B-B14F-4D97-AF65-F5344CB8AC3E}">
        <p14:creationId xmlns:p14="http://schemas.microsoft.com/office/powerpoint/2010/main" val="224200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EAF9E-B8A6-0F79-28C2-E5E9FCDAFF8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5ED4E4D-6D8C-F4FD-BC99-B04855BA2C27}"/>
              </a:ext>
            </a:extLst>
          </p:cNvPr>
          <p:cNvSpPr txBox="1"/>
          <p:nvPr/>
        </p:nvSpPr>
        <p:spPr>
          <a:xfrm>
            <a:off x="3500815" y="1372049"/>
            <a:ext cx="5190371" cy="923330"/>
          </a:xfrm>
          <a:prstGeom prst="rect">
            <a:avLst/>
          </a:prstGeom>
          <a:noFill/>
        </p:spPr>
        <p:txBody>
          <a:bodyPr wrap="square">
            <a:spAutoFit/>
          </a:bodyPr>
          <a:lstStyle/>
          <a:p>
            <a:r>
              <a:rPr lang="en-US" sz="5400" b="1" dirty="0"/>
              <a:t>INTRODUCTION</a:t>
            </a:r>
          </a:p>
        </p:txBody>
      </p:sp>
      <p:grpSp>
        <p:nvGrpSpPr>
          <p:cNvPr id="8" name="Group 7">
            <a:extLst>
              <a:ext uri="{FF2B5EF4-FFF2-40B4-BE49-F238E27FC236}">
                <a16:creationId xmlns:a16="http://schemas.microsoft.com/office/drawing/2014/main" id="{B6F6491C-06F5-B462-3853-C4880F88C160}"/>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E0DDABE4-5C7B-ABA2-2C6E-5584E5AA47B8}"/>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BD0FEE79-4523-DCCA-BBFC-907CF9097233}"/>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B088726E-094E-BB79-0CE0-39BF4F5A5995}"/>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sp>
        <p:nvSpPr>
          <p:cNvPr id="33" name="TextBox 16">
            <a:extLst>
              <a:ext uri="{FF2B5EF4-FFF2-40B4-BE49-F238E27FC236}">
                <a16:creationId xmlns:a16="http://schemas.microsoft.com/office/drawing/2014/main" id="{7FAE688A-5024-3495-E42D-2BDE50E6804E}"/>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a:p>
        </p:txBody>
      </p:sp>
      <p:grpSp>
        <p:nvGrpSpPr>
          <p:cNvPr id="2" name="Group 7">
            <a:extLst>
              <a:ext uri="{FF2B5EF4-FFF2-40B4-BE49-F238E27FC236}">
                <a16:creationId xmlns:a16="http://schemas.microsoft.com/office/drawing/2014/main" id="{C69E7A11-651A-771E-0EFB-1A98AA58EA9C}"/>
              </a:ext>
            </a:extLst>
          </p:cNvPr>
          <p:cNvGrpSpPr/>
          <p:nvPr/>
        </p:nvGrpSpPr>
        <p:grpSpPr>
          <a:xfrm>
            <a:off x="834901" y="1929508"/>
            <a:ext cx="3099198" cy="4366296"/>
            <a:chOff x="0" y="0"/>
            <a:chExt cx="4507230" cy="6350000"/>
          </a:xfrm>
        </p:grpSpPr>
        <p:sp>
          <p:nvSpPr>
            <p:cNvPr id="3" name="Freeform 8">
              <a:extLst>
                <a:ext uri="{FF2B5EF4-FFF2-40B4-BE49-F238E27FC236}">
                  <a16:creationId xmlns:a16="http://schemas.microsoft.com/office/drawing/2014/main" id="{B0B1E20E-BE99-F43E-61D2-D31641D4298F}"/>
                </a:ext>
              </a:extLst>
            </p:cNvPr>
            <p:cNvSpPr/>
            <p:nvPr/>
          </p:nvSpPr>
          <p:spPr>
            <a:xfrm flipH="1">
              <a:off x="0" y="0"/>
              <a:ext cx="4505960" cy="6350000"/>
            </a:xfrm>
            <a:custGeom>
              <a:avLst/>
              <a:gdLst/>
              <a:ahLst/>
              <a:cxnLst/>
              <a:rect l="l" t="t" r="r" b="b"/>
              <a:pathLst>
                <a:path w="4505960" h="6350000">
                  <a:moveTo>
                    <a:pt x="4505960" y="561340"/>
                  </a:moveTo>
                  <a:lnTo>
                    <a:pt x="4505960" y="3961130"/>
                  </a:lnTo>
                  <a:cubicBezTo>
                    <a:pt x="4505960" y="4272280"/>
                    <a:pt x="4253230" y="4523740"/>
                    <a:pt x="3943350" y="4522470"/>
                  </a:cubicBezTo>
                  <a:cubicBezTo>
                    <a:pt x="3632200" y="4521200"/>
                    <a:pt x="3379470" y="4773930"/>
                    <a:pt x="3380740" y="5085080"/>
                  </a:cubicBezTo>
                  <a:lnTo>
                    <a:pt x="3382010" y="5787390"/>
                  </a:lnTo>
                  <a:cubicBezTo>
                    <a:pt x="3382010" y="6098540"/>
                    <a:pt x="3130550" y="6350000"/>
                    <a:pt x="2820670" y="6350000"/>
                  </a:cubicBezTo>
                  <a:lnTo>
                    <a:pt x="561340" y="6350000"/>
                  </a:lnTo>
                  <a:cubicBezTo>
                    <a:pt x="251460" y="6350000"/>
                    <a:pt x="0" y="6098540"/>
                    <a:pt x="0" y="5788660"/>
                  </a:cubicBezTo>
                  <a:lnTo>
                    <a:pt x="0" y="2679700"/>
                  </a:lnTo>
                  <a:cubicBezTo>
                    <a:pt x="0" y="2494280"/>
                    <a:pt x="91440" y="2321560"/>
                    <a:pt x="243840" y="2217420"/>
                  </a:cubicBezTo>
                  <a:lnTo>
                    <a:pt x="3321050" y="99060"/>
                  </a:lnTo>
                  <a:cubicBezTo>
                    <a:pt x="3415030" y="34290"/>
                    <a:pt x="3525520" y="0"/>
                    <a:pt x="3639820" y="0"/>
                  </a:cubicBezTo>
                  <a:lnTo>
                    <a:pt x="3944620" y="0"/>
                  </a:lnTo>
                  <a:cubicBezTo>
                    <a:pt x="4254500" y="0"/>
                    <a:pt x="4505960" y="251460"/>
                    <a:pt x="4505960" y="561340"/>
                  </a:cubicBezTo>
                  <a:close/>
                </a:path>
              </a:pathLst>
            </a:custGeom>
            <a:blipFill>
              <a:blip r:embed="rId2"/>
              <a:stretch>
                <a:fillRect t="-3253" b="-3253"/>
              </a:stretch>
            </a:blipFill>
          </p:spPr>
          <p:txBody>
            <a:bodyPr/>
            <a:lstStyle/>
            <a:p>
              <a:endParaRPr lang="en-US"/>
            </a:p>
          </p:txBody>
        </p:sp>
      </p:grpSp>
      <p:sp>
        <p:nvSpPr>
          <p:cNvPr id="6" name="TextBox 5">
            <a:extLst>
              <a:ext uri="{FF2B5EF4-FFF2-40B4-BE49-F238E27FC236}">
                <a16:creationId xmlns:a16="http://schemas.microsoft.com/office/drawing/2014/main" id="{5AD35613-A649-CD2E-EE48-9783E33C8AB4}"/>
              </a:ext>
            </a:extLst>
          </p:cNvPr>
          <p:cNvSpPr txBox="1"/>
          <p:nvPr/>
        </p:nvSpPr>
        <p:spPr>
          <a:xfrm>
            <a:off x="5120641" y="3429000"/>
            <a:ext cx="5050971" cy="1477328"/>
          </a:xfrm>
          <a:prstGeom prst="rect">
            <a:avLst/>
          </a:prstGeom>
          <a:noFill/>
        </p:spPr>
        <p:txBody>
          <a:bodyPr wrap="square">
            <a:spAutoFit/>
          </a:bodyPr>
          <a:lstStyle/>
          <a:p>
            <a:pPr algn="just"/>
            <a:r>
              <a:rPr lang="en-US" dirty="0"/>
              <a:t>This project analyzes the impact of Artificial Intelligence on the labor market using a simulated dataset of more than 500 job listings. It highlights automation risks, future growth trends, and emerging skill demands across industries. </a:t>
            </a:r>
          </a:p>
        </p:txBody>
      </p:sp>
      <p:pic>
        <p:nvPicPr>
          <p:cNvPr id="4" name="Picture 3" descr="A black background with a black square&#10;&#10;AI-generated content may be incorrect.">
            <a:extLst>
              <a:ext uri="{FF2B5EF4-FFF2-40B4-BE49-F238E27FC236}">
                <a16:creationId xmlns:a16="http://schemas.microsoft.com/office/drawing/2014/main" id="{EED9DF52-F29A-C9E4-152B-77AD04BD2743}"/>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pic>
        <p:nvPicPr>
          <p:cNvPr id="11" name="Picture 10" descr="A logo of a globe with a graduation cap&#10;&#10;AI-generated content may be incorrect.">
            <a:extLst>
              <a:ext uri="{FF2B5EF4-FFF2-40B4-BE49-F238E27FC236}">
                <a16:creationId xmlns:a16="http://schemas.microsoft.com/office/drawing/2014/main" id="{545A48C9-804F-EC35-9BAC-0589D0883F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spTree>
    <p:extLst>
      <p:ext uri="{BB962C8B-B14F-4D97-AF65-F5344CB8AC3E}">
        <p14:creationId xmlns:p14="http://schemas.microsoft.com/office/powerpoint/2010/main" val="2327051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93240-7719-A14D-4B88-ED38860F404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B576868-D4BC-510F-1286-83D11C5F97BB}"/>
              </a:ext>
            </a:extLst>
          </p:cNvPr>
          <p:cNvSpPr txBox="1"/>
          <p:nvPr/>
        </p:nvSpPr>
        <p:spPr>
          <a:xfrm>
            <a:off x="4071242" y="1372049"/>
            <a:ext cx="4049516" cy="923330"/>
          </a:xfrm>
          <a:prstGeom prst="rect">
            <a:avLst/>
          </a:prstGeom>
          <a:noFill/>
        </p:spPr>
        <p:txBody>
          <a:bodyPr wrap="square">
            <a:spAutoFit/>
          </a:bodyPr>
          <a:lstStyle/>
          <a:p>
            <a:r>
              <a:rPr lang="en-US" sz="5400" b="1" dirty="0"/>
              <a:t>OBJECTIVES</a:t>
            </a:r>
          </a:p>
        </p:txBody>
      </p:sp>
      <p:grpSp>
        <p:nvGrpSpPr>
          <p:cNvPr id="8" name="Group 7">
            <a:extLst>
              <a:ext uri="{FF2B5EF4-FFF2-40B4-BE49-F238E27FC236}">
                <a16:creationId xmlns:a16="http://schemas.microsoft.com/office/drawing/2014/main" id="{D86E4786-C5A6-AA0F-7FE7-9A9E7F8DD021}"/>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09529414-8F59-508A-15DF-6D71CF526271}"/>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7ABEF77B-FD5F-EA7D-F9C3-2B1974275D73}"/>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967D5122-ACE7-E5EB-DA8C-64057D908FE5}"/>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sp>
        <p:nvSpPr>
          <p:cNvPr id="33" name="TextBox 16">
            <a:extLst>
              <a:ext uri="{FF2B5EF4-FFF2-40B4-BE49-F238E27FC236}">
                <a16:creationId xmlns:a16="http://schemas.microsoft.com/office/drawing/2014/main" id="{904B7541-59A7-4348-C930-E786323D2149}"/>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a:p>
        </p:txBody>
      </p:sp>
      <p:grpSp>
        <p:nvGrpSpPr>
          <p:cNvPr id="32" name="Group 31">
            <a:extLst>
              <a:ext uri="{FF2B5EF4-FFF2-40B4-BE49-F238E27FC236}">
                <a16:creationId xmlns:a16="http://schemas.microsoft.com/office/drawing/2014/main" id="{50424DBB-A687-7055-CAF0-F1338FA69B79}"/>
              </a:ext>
            </a:extLst>
          </p:cNvPr>
          <p:cNvGrpSpPr/>
          <p:nvPr/>
        </p:nvGrpSpPr>
        <p:grpSpPr>
          <a:xfrm>
            <a:off x="784835" y="2442482"/>
            <a:ext cx="4442283" cy="903956"/>
            <a:chOff x="836857" y="2464993"/>
            <a:chExt cx="4442283" cy="903956"/>
          </a:xfrm>
        </p:grpSpPr>
        <p:grpSp>
          <p:nvGrpSpPr>
            <p:cNvPr id="27" name="Group 13">
              <a:extLst>
                <a:ext uri="{FF2B5EF4-FFF2-40B4-BE49-F238E27FC236}">
                  <a16:creationId xmlns:a16="http://schemas.microsoft.com/office/drawing/2014/main" id="{976DEEEE-F628-C0F2-A86A-153675D3830C}"/>
                </a:ext>
              </a:extLst>
            </p:cNvPr>
            <p:cNvGrpSpPr/>
            <p:nvPr/>
          </p:nvGrpSpPr>
          <p:grpSpPr>
            <a:xfrm>
              <a:off x="836857" y="2464993"/>
              <a:ext cx="3534846" cy="903956"/>
              <a:chOff x="0" y="0"/>
              <a:chExt cx="1749683" cy="542668"/>
            </a:xfrm>
          </p:grpSpPr>
          <p:sp>
            <p:nvSpPr>
              <p:cNvPr id="28" name="Freeform 14">
                <a:extLst>
                  <a:ext uri="{FF2B5EF4-FFF2-40B4-BE49-F238E27FC236}">
                    <a16:creationId xmlns:a16="http://schemas.microsoft.com/office/drawing/2014/main" id="{4F90F314-242E-2261-4304-2870BC10BB4D}"/>
                  </a:ext>
                </a:extLst>
              </p:cNvPr>
              <p:cNvSpPr/>
              <p:nvPr/>
            </p:nvSpPr>
            <p:spPr>
              <a:xfrm>
                <a:off x="0" y="0"/>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a:p>
            </p:txBody>
          </p:sp>
          <p:sp>
            <p:nvSpPr>
              <p:cNvPr id="29" name="TextBox 15">
                <a:extLst>
                  <a:ext uri="{FF2B5EF4-FFF2-40B4-BE49-F238E27FC236}">
                    <a16:creationId xmlns:a16="http://schemas.microsoft.com/office/drawing/2014/main" id="{74A78D3D-0B5D-0EC6-1F25-5240ED068036}"/>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30" name="TextBox 16">
              <a:extLst>
                <a:ext uri="{FF2B5EF4-FFF2-40B4-BE49-F238E27FC236}">
                  <a16:creationId xmlns:a16="http://schemas.microsoft.com/office/drawing/2014/main" id="{6994BF7D-6D4D-2B88-7989-9E01A5C9CFAA}"/>
                </a:ext>
              </a:extLst>
            </p:cNvPr>
            <p:cNvSpPr txBox="1"/>
            <p:nvPr/>
          </p:nvSpPr>
          <p:spPr>
            <a:xfrm>
              <a:off x="1028700" y="2909369"/>
              <a:ext cx="4250440" cy="246671"/>
            </a:xfrm>
            <a:prstGeom prst="rect">
              <a:avLst/>
            </a:prstGeom>
          </p:spPr>
          <p:txBody>
            <a:bodyPr wrap="square" lIns="0" tIns="0" rIns="0" bIns="0" rtlCol="0" anchor="t">
              <a:spAutoFit/>
            </a:bodyPr>
            <a:lstStyle/>
            <a:p>
              <a:pPr>
                <a:lnSpc>
                  <a:spcPts val="2159"/>
                </a:lnSpc>
              </a:pPr>
              <a:r>
                <a:rPr lang="en-US" sz="1200" spc="-53" dirty="0">
                  <a:solidFill>
                    <a:srgbClr val="1B1B1B"/>
                  </a:solidFill>
                  <a:latin typeface="Helvetica World"/>
                  <a:ea typeface="Helvetica World"/>
                  <a:cs typeface="Helvetica World"/>
                  <a:sym typeface="Helvetica World"/>
                </a:rPr>
                <a:t>Explore employment trends influenced by AI.</a:t>
              </a:r>
            </a:p>
          </p:txBody>
        </p:sp>
        <p:sp>
          <p:nvSpPr>
            <p:cNvPr id="31" name="TextBox 17">
              <a:extLst>
                <a:ext uri="{FF2B5EF4-FFF2-40B4-BE49-F238E27FC236}">
                  <a16:creationId xmlns:a16="http://schemas.microsoft.com/office/drawing/2014/main" id="{9ED50487-27EC-263B-258C-75D3817CB835}"/>
                </a:ext>
              </a:extLst>
            </p:cNvPr>
            <p:cNvSpPr txBox="1"/>
            <p:nvPr/>
          </p:nvSpPr>
          <p:spPr>
            <a:xfrm>
              <a:off x="1025207" y="2616420"/>
              <a:ext cx="4250440" cy="246671"/>
            </a:xfrm>
            <a:prstGeom prst="rect">
              <a:avLst/>
            </a:prstGeom>
          </p:spPr>
          <p:txBody>
            <a:bodyPr wrap="square" lIns="0" tIns="0" rIns="0" bIns="0" rtlCol="0" anchor="t">
              <a:spAutoFit/>
            </a:bodyPr>
            <a:lstStyle/>
            <a:p>
              <a:pPr algn="l">
                <a:lnSpc>
                  <a:spcPts val="2159"/>
                </a:lnSpc>
              </a:pPr>
              <a:r>
                <a:rPr lang="en-US" sz="1200" b="1" i="1" spc="-53" dirty="0">
                  <a:solidFill>
                    <a:srgbClr val="1B1B1B"/>
                  </a:solidFill>
                  <a:latin typeface="Helvetica World Bold Italics"/>
                  <a:ea typeface="Helvetica World Bold Italics"/>
                  <a:cs typeface="Helvetica World Bold Italics"/>
                  <a:sym typeface="Helvetica World Bold Italics"/>
                </a:rPr>
                <a:t>TRENDS</a:t>
              </a:r>
            </a:p>
          </p:txBody>
        </p:sp>
      </p:grpSp>
      <p:grpSp>
        <p:nvGrpSpPr>
          <p:cNvPr id="34" name="Group 33">
            <a:extLst>
              <a:ext uri="{FF2B5EF4-FFF2-40B4-BE49-F238E27FC236}">
                <a16:creationId xmlns:a16="http://schemas.microsoft.com/office/drawing/2014/main" id="{14B563DA-A9D2-7968-CCBB-DABA7FC79C33}"/>
              </a:ext>
            </a:extLst>
          </p:cNvPr>
          <p:cNvGrpSpPr/>
          <p:nvPr/>
        </p:nvGrpSpPr>
        <p:grpSpPr>
          <a:xfrm>
            <a:off x="781342" y="3550090"/>
            <a:ext cx="4442283" cy="903956"/>
            <a:chOff x="836857" y="2464993"/>
            <a:chExt cx="4442283" cy="903956"/>
          </a:xfrm>
        </p:grpSpPr>
        <p:grpSp>
          <p:nvGrpSpPr>
            <p:cNvPr id="35" name="Group 13">
              <a:extLst>
                <a:ext uri="{FF2B5EF4-FFF2-40B4-BE49-F238E27FC236}">
                  <a16:creationId xmlns:a16="http://schemas.microsoft.com/office/drawing/2014/main" id="{6E28BB7B-6C77-8425-DCB4-7DD313683F77}"/>
                </a:ext>
              </a:extLst>
            </p:cNvPr>
            <p:cNvGrpSpPr/>
            <p:nvPr/>
          </p:nvGrpSpPr>
          <p:grpSpPr>
            <a:xfrm>
              <a:off x="836857" y="2464993"/>
              <a:ext cx="3534846" cy="903956"/>
              <a:chOff x="0" y="0"/>
              <a:chExt cx="1749683" cy="542668"/>
            </a:xfrm>
          </p:grpSpPr>
          <p:sp>
            <p:nvSpPr>
              <p:cNvPr id="38" name="Freeform 14">
                <a:extLst>
                  <a:ext uri="{FF2B5EF4-FFF2-40B4-BE49-F238E27FC236}">
                    <a16:creationId xmlns:a16="http://schemas.microsoft.com/office/drawing/2014/main" id="{0D5293B6-296F-0DC2-B7AA-CEF4E08F9ADF}"/>
                  </a:ext>
                </a:extLst>
              </p:cNvPr>
              <p:cNvSpPr/>
              <p:nvPr/>
            </p:nvSpPr>
            <p:spPr>
              <a:xfrm>
                <a:off x="0" y="0"/>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a:p>
            </p:txBody>
          </p:sp>
          <p:sp>
            <p:nvSpPr>
              <p:cNvPr id="39" name="TextBox 15">
                <a:extLst>
                  <a:ext uri="{FF2B5EF4-FFF2-40B4-BE49-F238E27FC236}">
                    <a16:creationId xmlns:a16="http://schemas.microsoft.com/office/drawing/2014/main" id="{759D63EB-8C3E-C11C-A109-0D8926B2E4A5}"/>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36" name="TextBox 16">
              <a:extLst>
                <a:ext uri="{FF2B5EF4-FFF2-40B4-BE49-F238E27FC236}">
                  <a16:creationId xmlns:a16="http://schemas.microsoft.com/office/drawing/2014/main" id="{7E7BE20F-66AC-0D33-A6EE-EDCF7A67E778}"/>
                </a:ext>
              </a:extLst>
            </p:cNvPr>
            <p:cNvSpPr txBox="1"/>
            <p:nvPr/>
          </p:nvSpPr>
          <p:spPr>
            <a:xfrm>
              <a:off x="1028700" y="2909369"/>
              <a:ext cx="4250440" cy="246671"/>
            </a:xfrm>
            <a:prstGeom prst="rect">
              <a:avLst/>
            </a:prstGeom>
          </p:spPr>
          <p:txBody>
            <a:bodyPr wrap="square" lIns="0" tIns="0" rIns="0" bIns="0" rtlCol="0" anchor="t">
              <a:spAutoFit/>
            </a:bodyPr>
            <a:lstStyle/>
            <a:p>
              <a:pPr>
                <a:lnSpc>
                  <a:spcPts val="2159"/>
                </a:lnSpc>
              </a:pPr>
              <a:r>
                <a:rPr lang="en-US" sz="1200" spc="-53" dirty="0">
                  <a:solidFill>
                    <a:srgbClr val="1B1B1B"/>
                  </a:solidFill>
                  <a:latin typeface="Helvetica World"/>
                  <a:ea typeface="Helvetica World"/>
                  <a:cs typeface="Helvetica World"/>
                  <a:sym typeface="Helvetica World"/>
                </a:rPr>
                <a:t>Identify vulnerable job categories at risk of automation.</a:t>
              </a:r>
            </a:p>
          </p:txBody>
        </p:sp>
        <p:sp>
          <p:nvSpPr>
            <p:cNvPr id="37" name="TextBox 17">
              <a:extLst>
                <a:ext uri="{FF2B5EF4-FFF2-40B4-BE49-F238E27FC236}">
                  <a16:creationId xmlns:a16="http://schemas.microsoft.com/office/drawing/2014/main" id="{1E5B5DA1-C148-0F79-655F-9059A9A6559B}"/>
                </a:ext>
              </a:extLst>
            </p:cNvPr>
            <p:cNvSpPr txBox="1"/>
            <p:nvPr/>
          </p:nvSpPr>
          <p:spPr>
            <a:xfrm>
              <a:off x="1025207" y="2616420"/>
              <a:ext cx="4250440" cy="246671"/>
            </a:xfrm>
            <a:prstGeom prst="rect">
              <a:avLst/>
            </a:prstGeom>
          </p:spPr>
          <p:txBody>
            <a:bodyPr wrap="square" lIns="0" tIns="0" rIns="0" bIns="0" rtlCol="0" anchor="t">
              <a:spAutoFit/>
            </a:bodyPr>
            <a:lstStyle/>
            <a:p>
              <a:pPr algn="l">
                <a:lnSpc>
                  <a:spcPts val="2159"/>
                </a:lnSpc>
              </a:pPr>
              <a:r>
                <a:rPr lang="en-US" sz="1200" b="1" i="1" spc="-53" dirty="0">
                  <a:solidFill>
                    <a:srgbClr val="1B1B1B"/>
                  </a:solidFill>
                  <a:latin typeface="Helvetica World Bold Italics"/>
                  <a:ea typeface="Helvetica World Bold Italics"/>
                  <a:cs typeface="Helvetica World Bold Italics"/>
                  <a:sym typeface="Helvetica World Bold Italics"/>
                </a:rPr>
                <a:t>JOBS</a:t>
              </a:r>
            </a:p>
          </p:txBody>
        </p:sp>
      </p:grpSp>
      <p:grpSp>
        <p:nvGrpSpPr>
          <p:cNvPr id="40" name="Group 39">
            <a:extLst>
              <a:ext uri="{FF2B5EF4-FFF2-40B4-BE49-F238E27FC236}">
                <a16:creationId xmlns:a16="http://schemas.microsoft.com/office/drawing/2014/main" id="{84FAC338-AA6A-50C4-2F8A-7271B5E3A07D}"/>
              </a:ext>
            </a:extLst>
          </p:cNvPr>
          <p:cNvGrpSpPr/>
          <p:nvPr/>
        </p:nvGrpSpPr>
        <p:grpSpPr>
          <a:xfrm>
            <a:off x="784835" y="5653526"/>
            <a:ext cx="4442283" cy="903956"/>
            <a:chOff x="836857" y="2464993"/>
            <a:chExt cx="4442283" cy="903956"/>
          </a:xfrm>
        </p:grpSpPr>
        <p:grpSp>
          <p:nvGrpSpPr>
            <p:cNvPr id="41" name="Group 13">
              <a:extLst>
                <a:ext uri="{FF2B5EF4-FFF2-40B4-BE49-F238E27FC236}">
                  <a16:creationId xmlns:a16="http://schemas.microsoft.com/office/drawing/2014/main" id="{3E0A8723-6327-2252-0E37-08D0B5A26D73}"/>
                </a:ext>
              </a:extLst>
            </p:cNvPr>
            <p:cNvGrpSpPr/>
            <p:nvPr/>
          </p:nvGrpSpPr>
          <p:grpSpPr>
            <a:xfrm>
              <a:off x="836857" y="2464993"/>
              <a:ext cx="3534846" cy="903956"/>
              <a:chOff x="0" y="0"/>
              <a:chExt cx="1749683" cy="542668"/>
            </a:xfrm>
          </p:grpSpPr>
          <p:sp>
            <p:nvSpPr>
              <p:cNvPr id="44" name="Freeform 14">
                <a:extLst>
                  <a:ext uri="{FF2B5EF4-FFF2-40B4-BE49-F238E27FC236}">
                    <a16:creationId xmlns:a16="http://schemas.microsoft.com/office/drawing/2014/main" id="{C413D911-4671-2AD1-6FA0-E9B64ED7B3ED}"/>
                  </a:ext>
                </a:extLst>
              </p:cNvPr>
              <p:cNvSpPr/>
              <p:nvPr/>
            </p:nvSpPr>
            <p:spPr>
              <a:xfrm>
                <a:off x="0" y="0"/>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a:p>
            </p:txBody>
          </p:sp>
          <p:sp>
            <p:nvSpPr>
              <p:cNvPr id="45" name="TextBox 15">
                <a:extLst>
                  <a:ext uri="{FF2B5EF4-FFF2-40B4-BE49-F238E27FC236}">
                    <a16:creationId xmlns:a16="http://schemas.microsoft.com/office/drawing/2014/main" id="{0A53CDE6-7766-ECBB-A18E-4C224F23C411}"/>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42" name="TextBox 16">
              <a:extLst>
                <a:ext uri="{FF2B5EF4-FFF2-40B4-BE49-F238E27FC236}">
                  <a16:creationId xmlns:a16="http://schemas.microsoft.com/office/drawing/2014/main" id="{589BCEF9-BD1D-FBA0-50CF-D73508F76C88}"/>
                </a:ext>
              </a:extLst>
            </p:cNvPr>
            <p:cNvSpPr txBox="1"/>
            <p:nvPr/>
          </p:nvSpPr>
          <p:spPr>
            <a:xfrm>
              <a:off x="1028700" y="2909369"/>
              <a:ext cx="4250440" cy="246671"/>
            </a:xfrm>
            <a:prstGeom prst="rect">
              <a:avLst/>
            </a:prstGeom>
          </p:spPr>
          <p:txBody>
            <a:bodyPr wrap="square" lIns="0" tIns="0" rIns="0" bIns="0" rtlCol="0" anchor="t">
              <a:spAutoFit/>
            </a:bodyPr>
            <a:lstStyle/>
            <a:p>
              <a:pPr>
                <a:lnSpc>
                  <a:spcPts val="2159"/>
                </a:lnSpc>
              </a:pPr>
              <a:r>
                <a:rPr lang="en-US" sz="1200" spc="-53" dirty="0">
                  <a:solidFill>
                    <a:srgbClr val="1B1B1B"/>
                  </a:solidFill>
                  <a:latin typeface="Helvetica World"/>
                  <a:ea typeface="Helvetica World"/>
                  <a:cs typeface="Helvetica World"/>
                  <a:sym typeface="Helvetica World"/>
                </a:rPr>
                <a:t>Highlight emerging skills needed in the workforce.</a:t>
              </a:r>
            </a:p>
          </p:txBody>
        </p:sp>
        <p:sp>
          <p:nvSpPr>
            <p:cNvPr id="43" name="TextBox 17">
              <a:extLst>
                <a:ext uri="{FF2B5EF4-FFF2-40B4-BE49-F238E27FC236}">
                  <a16:creationId xmlns:a16="http://schemas.microsoft.com/office/drawing/2014/main" id="{72388869-3085-4BAB-E913-AE34A2D989C4}"/>
                </a:ext>
              </a:extLst>
            </p:cNvPr>
            <p:cNvSpPr txBox="1"/>
            <p:nvPr/>
          </p:nvSpPr>
          <p:spPr>
            <a:xfrm>
              <a:off x="1025207" y="2616420"/>
              <a:ext cx="4250440" cy="246671"/>
            </a:xfrm>
            <a:prstGeom prst="rect">
              <a:avLst/>
            </a:prstGeom>
          </p:spPr>
          <p:txBody>
            <a:bodyPr wrap="square" lIns="0" tIns="0" rIns="0" bIns="0" rtlCol="0" anchor="t">
              <a:spAutoFit/>
            </a:bodyPr>
            <a:lstStyle/>
            <a:p>
              <a:pPr algn="l">
                <a:lnSpc>
                  <a:spcPts val="2159"/>
                </a:lnSpc>
              </a:pPr>
              <a:r>
                <a:rPr lang="en-US" sz="1200" b="1" i="1" spc="-53" dirty="0">
                  <a:solidFill>
                    <a:srgbClr val="1B1B1B"/>
                  </a:solidFill>
                  <a:latin typeface="Helvetica World Bold Italics"/>
                  <a:ea typeface="Helvetica World Bold Italics"/>
                  <a:cs typeface="Helvetica World Bold Italics"/>
                  <a:sym typeface="Helvetica World Bold Italics"/>
                </a:rPr>
                <a:t>SKILLS</a:t>
              </a:r>
            </a:p>
          </p:txBody>
        </p:sp>
      </p:grpSp>
      <p:grpSp>
        <p:nvGrpSpPr>
          <p:cNvPr id="46" name="Group 45">
            <a:extLst>
              <a:ext uri="{FF2B5EF4-FFF2-40B4-BE49-F238E27FC236}">
                <a16:creationId xmlns:a16="http://schemas.microsoft.com/office/drawing/2014/main" id="{0B6BCD3D-10EB-8A05-255E-951F6312049A}"/>
              </a:ext>
            </a:extLst>
          </p:cNvPr>
          <p:cNvGrpSpPr/>
          <p:nvPr/>
        </p:nvGrpSpPr>
        <p:grpSpPr>
          <a:xfrm>
            <a:off x="781342" y="4594232"/>
            <a:ext cx="4438790" cy="903956"/>
            <a:chOff x="836857" y="2464993"/>
            <a:chExt cx="4438790" cy="903956"/>
          </a:xfrm>
        </p:grpSpPr>
        <p:grpSp>
          <p:nvGrpSpPr>
            <p:cNvPr id="47" name="Group 13">
              <a:extLst>
                <a:ext uri="{FF2B5EF4-FFF2-40B4-BE49-F238E27FC236}">
                  <a16:creationId xmlns:a16="http://schemas.microsoft.com/office/drawing/2014/main" id="{90E81782-809D-FCD2-54A9-07CD87039133}"/>
                </a:ext>
              </a:extLst>
            </p:cNvPr>
            <p:cNvGrpSpPr/>
            <p:nvPr/>
          </p:nvGrpSpPr>
          <p:grpSpPr>
            <a:xfrm>
              <a:off x="836857" y="2464993"/>
              <a:ext cx="3534846" cy="903956"/>
              <a:chOff x="0" y="0"/>
              <a:chExt cx="1749683" cy="542668"/>
            </a:xfrm>
          </p:grpSpPr>
          <p:sp>
            <p:nvSpPr>
              <p:cNvPr id="50" name="Freeform 14">
                <a:extLst>
                  <a:ext uri="{FF2B5EF4-FFF2-40B4-BE49-F238E27FC236}">
                    <a16:creationId xmlns:a16="http://schemas.microsoft.com/office/drawing/2014/main" id="{255A70FA-6D69-C289-B915-9872D3378CAA}"/>
                  </a:ext>
                </a:extLst>
              </p:cNvPr>
              <p:cNvSpPr/>
              <p:nvPr/>
            </p:nvSpPr>
            <p:spPr>
              <a:xfrm>
                <a:off x="0" y="0"/>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a:p>
            </p:txBody>
          </p:sp>
          <p:sp>
            <p:nvSpPr>
              <p:cNvPr id="51" name="TextBox 15">
                <a:extLst>
                  <a:ext uri="{FF2B5EF4-FFF2-40B4-BE49-F238E27FC236}">
                    <a16:creationId xmlns:a16="http://schemas.microsoft.com/office/drawing/2014/main" id="{9D052ACB-604C-A219-3304-2F4F0AC9E2DE}"/>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48" name="TextBox 16">
              <a:extLst>
                <a:ext uri="{FF2B5EF4-FFF2-40B4-BE49-F238E27FC236}">
                  <a16:creationId xmlns:a16="http://schemas.microsoft.com/office/drawing/2014/main" id="{C97F78C3-0F7F-C580-946C-47426A1EA390}"/>
                </a:ext>
              </a:extLst>
            </p:cNvPr>
            <p:cNvSpPr txBox="1"/>
            <p:nvPr/>
          </p:nvSpPr>
          <p:spPr>
            <a:xfrm>
              <a:off x="1028700" y="2909369"/>
              <a:ext cx="3339510" cy="369332"/>
            </a:xfrm>
            <a:prstGeom prst="rect">
              <a:avLst/>
            </a:prstGeom>
          </p:spPr>
          <p:txBody>
            <a:bodyPr wrap="square" lIns="0" tIns="0" rIns="0" bIns="0" rtlCol="0" anchor="t">
              <a:spAutoFit/>
            </a:bodyPr>
            <a:lstStyle/>
            <a:p>
              <a:r>
                <a:rPr lang="en-US" sz="1200" spc="-53" dirty="0">
                  <a:solidFill>
                    <a:srgbClr val="1B1B1B"/>
                  </a:solidFill>
                  <a:latin typeface="Helvetica World"/>
                  <a:ea typeface="Helvetica World"/>
                  <a:cs typeface="Helvetica World"/>
                  <a:sym typeface="Helvetica World"/>
                </a:rPr>
                <a:t>Provide insights for policymakers, companies, and professionals. </a:t>
              </a:r>
            </a:p>
          </p:txBody>
        </p:sp>
        <p:sp>
          <p:nvSpPr>
            <p:cNvPr id="49" name="TextBox 17">
              <a:extLst>
                <a:ext uri="{FF2B5EF4-FFF2-40B4-BE49-F238E27FC236}">
                  <a16:creationId xmlns:a16="http://schemas.microsoft.com/office/drawing/2014/main" id="{E9D5223C-1985-5AEF-F549-B8D81C72E0B0}"/>
                </a:ext>
              </a:extLst>
            </p:cNvPr>
            <p:cNvSpPr txBox="1"/>
            <p:nvPr/>
          </p:nvSpPr>
          <p:spPr>
            <a:xfrm>
              <a:off x="1025207" y="2616420"/>
              <a:ext cx="4250440" cy="246671"/>
            </a:xfrm>
            <a:prstGeom prst="rect">
              <a:avLst/>
            </a:prstGeom>
          </p:spPr>
          <p:txBody>
            <a:bodyPr wrap="square" lIns="0" tIns="0" rIns="0" bIns="0" rtlCol="0" anchor="t">
              <a:spAutoFit/>
            </a:bodyPr>
            <a:lstStyle/>
            <a:p>
              <a:pPr algn="l">
                <a:lnSpc>
                  <a:spcPts val="2159"/>
                </a:lnSpc>
              </a:pPr>
              <a:r>
                <a:rPr lang="en-US" sz="1200" b="1" i="1" spc="-53" dirty="0">
                  <a:solidFill>
                    <a:srgbClr val="1B1B1B"/>
                  </a:solidFill>
                  <a:latin typeface="Helvetica World Bold Italics"/>
                  <a:ea typeface="Helvetica World Bold Italics"/>
                  <a:cs typeface="Helvetica World Bold Italics"/>
                  <a:sym typeface="Helvetica World Bold Italics"/>
                </a:rPr>
                <a:t>INSIGHTS</a:t>
              </a:r>
            </a:p>
          </p:txBody>
        </p:sp>
      </p:grpSp>
      <p:grpSp>
        <p:nvGrpSpPr>
          <p:cNvPr id="54" name="Group 11">
            <a:extLst>
              <a:ext uri="{FF2B5EF4-FFF2-40B4-BE49-F238E27FC236}">
                <a16:creationId xmlns:a16="http://schemas.microsoft.com/office/drawing/2014/main" id="{F5093A4C-D3CA-6AF3-4038-4A67018F4820}"/>
              </a:ext>
            </a:extLst>
          </p:cNvPr>
          <p:cNvGrpSpPr/>
          <p:nvPr/>
        </p:nvGrpSpPr>
        <p:grpSpPr>
          <a:xfrm flipH="1">
            <a:off x="5712132" y="2379016"/>
            <a:ext cx="7301082" cy="3288280"/>
            <a:chOff x="0" y="0"/>
            <a:chExt cx="8459470" cy="3810000"/>
          </a:xfrm>
        </p:grpSpPr>
        <p:sp>
          <p:nvSpPr>
            <p:cNvPr id="55" name="Freeform 12">
              <a:extLst>
                <a:ext uri="{FF2B5EF4-FFF2-40B4-BE49-F238E27FC236}">
                  <a16:creationId xmlns:a16="http://schemas.microsoft.com/office/drawing/2014/main" id="{BF066A79-ABB5-0457-9FA3-2A86652D1420}"/>
                </a:ext>
              </a:extLst>
            </p:cNvPr>
            <p:cNvSpPr/>
            <p:nvPr/>
          </p:nvSpPr>
          <p:spPr>
            <a:xfrm>
              <a:off x="0" y="0"/>
              <a:ext cx="8459470" cy="3808730"/>
            </a:xfrm>
            <a:custGeom>
              <a:avLst/>
              <a:gdLst/>
              <a:ahLst/>
              <a:cxnLst/>
              <a:rect l="l" t="t" r="r" b="b"/>
              <a:pathLst>
                <a:path w="8459470" h="3808730">
                  <a:moveTo>
                    <a:pt x="458470" y="0"/>
                  </a:moveTo>
                  <a:lnTo>
                    <a:pt x="8001000" y="0"/>
                  </a:lnTo>
                  <a:cubicBezTo>
                    <a:pt x="8255000" y="0"/>
                    <a:pt x="8459470" y="205740"/>
                    <a:pt x="8459470" y="458470"/>
                  </a:cubicBezTo>
                  <a:lnTo>
                    <a:pt x="8459470" y="2320290"/>
                  </a:lnTo>
                  <a:cubicBezTo>
                    <a:pt x="8459470" y="2451100"/>
                    <a:pt x="8403590" y="2576830"/>
                    <a:pt x="8304530" y="2663190"/>
                  </a:cubicBezTo>
                  <a:lnTo>
                    <a:pt x="7141210" y="3693160"/>
                  </a:lnTo>
                  <a:cubicBezTo>
                    <a:pt x="7057390" y="3768090"/>
                    <a:pt x="6949440" y="3808730"/>
                    <a:pt x="6836410" y="3808730"/>
                  </a:cubicBezTo>
                  <a:lnTo>
                    <a:pt x="3760470" y="3808730"/>
                  </a:lnTo>
                  <a:cubicBezTo>
                    <a:pt x="3506470" y="3808730"/>
                    <a:pt x="3302000" y="3602990"/>
                    <a:pt x="3302000" y="3350260"/>
                  </a:cubicBezTo>
                  <a:lnTo>
                    <a:pt x="3302000" y="3227070"/>
                  </a:lnTo>
                  <a:cubicBezTo>
                    <a:pt x="3302000" y="2973070"/>
                    <a:pt x="3096260" y="2768600"/>
                    <a:pt x="2843530" y="2768600"/>
                  </a:cubicBezTo>
                  <a:lnTo>
                    <a:pt x="458470" y="2768600"/>
                  </a:lnTo>
                  <a:cubicBezTo>
                    <a:pt x="205740" y="2768600"/>
                    <a:pt x="0" y="2562860"/>
                    <a:pt x="0" y="2310130"/>
                  </a:cubicBezTo>
                  <a:lnTo>
                    <a:pt x="0" y="458470"/>
                  </a:lnTo>
                  <a:cubicBezTo>
                    <a:pt x="0" y="205740"/>
                    <a:pt x="205740" y="0"/>
                    <a:pt x="458470" y="0"/>
                  </a:cubicBezTo>
                  <a:close/>
                </a:path>
              </a:pathLst>
            </a:custGeom>
            <a:blipFill>
              <a:blip r:embed="rId2"/>
              <a:stretch>
                <a:fillRect t="-46451" b="-1527"/>
              </a:stretch>
            </a:blipFill>
          </p:spPr>
          <p:txBody>
            <a:bodyPr/>
            <a:lstStyle/>
            <a:p>
              <a:endParaRPr lang="en-US"/>
            </a:p>
          </p:txBody>
        </p:sp>
      </p:grpSp>
      <p:pic>
        <p:nvPicPr>
          <p:cNvPr id="2" name="Picture 1" descr="A black background with a black square&#10;&#10;AI-generated content may be incorrect.">
            <a:extLst>
              <a:ext uri="{FF2B5EF4-FFF2-40B4-BE49-F238E27FC236}">
                <a16:creationId xmlns:a16="http://schemas.microsoft.com/office/drawing/2014/main" id="{5706BFFC-D1A8-EA66-97E9-82709C2EC084}"/>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pic>
        <p:nvPicPr>
          <p:cNvPr id="4" name="Picture 3" descr="A logo of a globe with a graduation cap&#10;&#10;AI-generated content may be incorrect.">
            <a:extLst>
              <a:ext uri="{FF2B5EF4-FFF2-40B4-BE49-F238E27FC236}">
                <a16:creationId xmlns:a16="http://schemas.microsoft.com/office/drawing/2014/main" id="{553EC6D8-0F55-C656-2BFD-1B38261544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spTree>
    <p:extLst>
      <p:ext uri="{BB962C8B-B14F-4D97-AF65-F5344CB8AC3E}">
        <p14:creationId xmlns:p14="http://schemas.microsoft.com/office/powerpoint/2010/main" val="628024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D95AD-90E9-95A4-1A86-D18E2136F2C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EB04F7C-25E5-5895-EF4A-D0BC89182DCB}"/>
              </a:ext>
            </a:extLst>
          </p:cNvPr>
          <p:cNvSpPr txBox="1"/>
          <p:nvPr/>
        </p:nvSpPr>
        <p:spPr>
          <a:xfrm>
            <a:off x="3459472" y="1372049"/>
            <a:ext cx="5273056" cy="923330"/>
          </a:xfrm>
          <a:prstGeom prst="rect">
            <a:avLst/>
          </a:prstGeom>
          <a:noFill/>
        </p:spPr>
        <p:txBody>
          <a:bodyPr wrap="square">
            <a:spAutoFit/>
          </a:bodyPr>
          <a:lstStyle/>
          <a:p>
            <a:r>
              <a:rPr lang="en-US" sz="5400" b="1" dirty="0"/>
              <a:t>METHODOLOGY</a:t>
            </a:r>
          </a:p>
        </p:txBody>
      </p:sp>
      <p:grpSp>
        <p:nvGrpSpPr>
          <p:cNvPr id="8" name="Group 7">
            <a:extLst>
              <a:ext uri="{FF2B5EF4-FFF2-40B4-BE49-F238E27FC236}">
                <a16:creationId xmlns:a16="http://schemas.microsoft.com/office/drawing/2014/main" id="{D14B7A2E-FEB4-2892-1C01-41517C1DAB43}"/>
              </a:ext>
            </a:extLst>
          </p:cNvPr>
          <p:cNvGrpSpPr/>
          <p:nvPr/>
        </p:nvGrpSpPr>
        <p:grpSpPr>
          <a:xfrm>
            <a:off x="0" y="-237305"/>
            <a:ext cx="12192000" cy="1177228"/>
            <a:chOff x="0" y="0"/>
            <a:chExt cx="5029885" cy="310052"/>
          </a:xfrm>
        </p:grpSpPr>
        <p:sp>
          <p:nvSpPr>
            <p:cNvPr id="9" name="Freeform 8">
              <a:extLst>
                <a:ext uri="{FF2B5EF4-FFF2-40B4-BE49-F238E27FC236}">
                  <a16:creationId xmlns:a16="http://schemas.microsoft.com/office/drawing/2014/main" id="{D6713668-85D6-E2C7-1C8A-E7746B5312E7}"/>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68D4343F-A7EB-FCD4-90A4-B6F0713E011E}"/>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4B851EF2-4AD7-051F-CFE8-8F6F8C843C9B}"/>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sp>
        <p:nvSpPr>
          <p:cNvPr id="33" name="TextBox 16">
            <a:extLst>
              <a:ext uri="{FF2B5EF4-FFF2-40B4-BE49-F238E27FC236}">
                <a16:creationId xmlns:a16="http://schemas.microsoft.com/office/drawing/2014/main" id="{C285E6BA-CA07-5949-83D1-A84D72E04D68}"/>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dirty="0"/>
          </a:p>
        </p:txBody>
      </p:sp>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676D23CF-23E9-52E1-34A9-B1C41A74F91C}"/>
                  </a:ext>
                </a:extLst>
              </p:cNvPr>
              <p:cNvGraphicFramePr>
                <a:graphicFrameLocks noChangeAspect="1"/>
              </p:cNvGraphicFramePr>
              <p:nvPr>
                <p:extLst>
                  <p:ext uri="{D42A27DB-BD31-4B8C-83A1-F6EECF244321}">
                    <p14:modId xmlns:p14="http://schemas.microsoft.com/office/powerpoint/2010/main" val="2072269353"/>
                  </p:ext>
                </p:extLst>
              </p:nvPr>
            </p:nvGraphicFramePr>
            <p:xfrm>
              <a:off x="858838" y="2481988"/>
              <a:ext cx="1958104" cy="1101434"/>
            </p:xfrm>
            <a:graphic>
              <a:graphicData uri="http://schemas.microsoft.com/office/powerpoint/2016/slidezoom">
                <pslz:sldZm>
                  <pslz:sldZmObj sldId="262" cId="4200824034">
                    <pslz:zmPr id="{CD473C88-2206-4CED-A33F-02001E302EE7}" returnToParent="0" transitionDur="1000">
                      <p166:blipFill xmlns:p166="http://schemas.microsoft.com/office/powerpoint/2016/6/main">
                        <a:blip r:embed="rId2"/>
                        <a:stretch>
                          <a:fillRect/>
                        </a:stretch>
                      </p166:blipFill>
                      <p166:spPr xmlns:p166="http://schemas.microsoft.com/office/powerpoint/2016/6/main">
                        <a:xfrm>
                          <a:off x="0" y="0"/>
                          <a:ext cx="1958104" cy="1101434"/>
                        </a:xfrm>
                        <a:prstGeom prst="rect">
                          <a:avLst/>
                        </a:prstGeom>
                        <a:ln w="3175">
                          <a:solidFill>
                            <a:prstClr val="ltGray"/>
                          </a:solidFill>
                        </a:ln>
                      </p166:spPr>
                    </pslz:zmPr>
                  </pslz:sldZmObj>
                </pslz:sldZm>
              </a:graphicData>
            </a:graphic>
          </p:graphicFrame>
        </mc:Choice>
        <mc:Fallback xmlns="">
          <p:pic>
            <p:nvPicPr>
              <p:cNvPr id="4" name="Slide Zoom 3">
                <a:hlinkClick r:id="rId3" action="ppaction://hlinksldjump"/>
                <a:extLst>
                  <a:ext uri="{FF2B5EF4-FFF2-40B4-BE49-F238E27FC236}">
                    <a16:creationId xmlns:a16="http://schemas.microsoft.com/office/drawing/2014/main" id="{676D23CF-23E9-52E1-34A9-B1C41A74F91C}"/>
                  </a:ext>
                </a:extLst>
              </p:cNvPr>
              <p:cNvPicPr>
                <a:picLocks noGrp="1" noRot="1" noChangeAspect="1" noMove="1" noResize="1" noEditPoints="1" noAdjustHandles="1" noChangeArrowheads="1" noChangeShapeType="1"/>
              </p:cNvPicPr>
              <p:nvPr/>
            </p:nvPicPr>
            <p:blipFill>
              <a:blip r:embed="rId4"/>
              <a:stretch>
                <a:fillRect/>
              </a:stretch>
            </p:blipFill>
            <p:spPr>
              <a:xfrm>
                <a:off x="858838" y="2481988"/>
                <a:ext cx="1958104" cy="110143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6" name="Slide Zoom 25">
                <a:extLst>
                  <a:ext uri="{FF2B5EF4-FFF2-40B4-BE49-F238E27FC236}">
                    <a16:creationId xmlns:a16="http://schemas.microsoft.com/office/drawing/2014/main" id="{695BF200-2015-69DD-3921-B596161CA54C}"/>
                  </a:ext>
                </a:extLst>
              </p:cNvPr>
              <p:cNvGraphicFramePr>
                <a:graphicFrameLocks noChangeAspect="1"/>
              </p:cNvGraphicFramePr>
              <p:nvPr>
                <p:extLst>
                  <p:ext uri="{D42A27DB-BD31-4B8C-83A1-F6EECF244321}">
                    <p14:modId xmlns:p14="http://schemas.microsoft.com/office/powerpoint/2010/main" val="1246264916"/>
                  </p:ext>
                </p:extLst>
              </p:nvPr>
            </p:nvGraphicFramePr>
            <p:xfrm>
              <a:off x="858838" y="3914141"/>
              <a:ext cx="1958104" cy="1101434"/>
            </p:xfrm>
            <a:graphic>
              <a:graphicData uri="http://schemas.microsoft.com/office/powerpoint/2016/slidezoom">
                <pslz:sldZm>
                  <pslz:sldZmObj sldId="264" cId="871821145">
                    <pslz:zmPr id="{8457964F-68C9-408D-AF12-7E4A0405E66B}" returnToParent="0" transitionDur="1000">
                      <p166:blipFill xmlns:p166="http://schemas.microsoft.com/office/powerpoint/2016/6/main">
                        <a:blip r:embed="rId5"/>
                        <a:stretch>
                          <a:fillRect/>
                        </a:stretch>
                      </p166:blipFill>
                      <p166:spPr xmlns:p166="http://schemas.microsoft.com/office/powerpoint/2016/6/main">
                        <a:xfrm>
                          <a:off x="0" y="0"/>
                          <a:ext cx="1958104" cy="1101434"/>
                        </a:xfrm>
                        <a:prstGeom prst="rect">
                          <a:avLst/>
                        </a:prstGeom>
                        <a:ln w="3175">
                          <a:solidFill>
                            <a:prstClr val="ltGray"/>
                          </a:solidFill>
                        </a:ln>
                      </p166:spPr>
                    </pslz:zmPr>
                  </pslz:sldZmObj>
                </pslz:sldZm>
              </a:graphicData>
            </a:graphic>
          </p:graphicFrame>
        </mc:Choice>
        <mc:Fallback xmlns="">
          <p:pic>
            <p:nvPicPr>
              <p:cNvPr id="26" name="Slide Zoom 25">
                <a:hlinkClick r:id="rId6" action="ppaction://hlinksldjump"/>
                <a:extLst>
                  <a:ext uri="{FF2B5EF4-FFF2-40B4-BE49-F238E27FC236}">
                    <a16:creationId xmlns:a16="http://schemas.microsoft.com/office/drawing/2014/main" id="{695BF200-2015-69DD-3921-B596161CA54C}"/>
                  </a:ext>
                </a:extLst>
              </p:cNvPr>
              <p:cNvPicPr>
                <a:picLocks noGrp="1" noRot="1" noChangeAspect="1" noMove="1" noResize="1" noEditPoints="1" noAdjustHandles="1" noChangeArrowheads="1" noChangeShapeType="1"/>
              </p:cNvPicPr>
              <p:nvPr/>
            </p:nvPicPr>
            <p:blipFill>
              <a:blip r:embed="rId7"/>
              <a:stretch>
                <a:fillRect/>
              </a:stretch>
            </p:blipFill>
            <p:spPr>
              <a:xfrm>
                <a:off x="858838" y="3914141"/>
                <a:ext cx="1958104" cy="110143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8" name="Slide Zoom 27">
                <a:extLst>
                  <a:ext uri="{FF2B5EF4-FFF2-40B4-BE49-F238E27FC236}">
                    <a16:creationId xmlns:a16="http://schemas.microsoft.com/office/drawing/2014/main" id="{B698553C-2D4F-87F8-C531-7B6824B22B63}"/>
                  </a:ext>
                </a:extLst>
              </p:cNvPr>
              <p:cNvGraphicFramePr>
                <a:graphicFrameLocks noChangeAspect="1"/>
              </p:cNvGraphicFramePr>
              <p:nvPr>
                <p:extLst>
                  <p:ext uri="{D42A27DB-BD31-4B8C-83A1-F6EECF244321}">
                    <p14:modId xmlns:p14="http://schemas.microsoft.com/office/powerpoint/2010/main" val="234284530"/>
                  </p:ext>
                </p:extLst>
              </p:nvPr>
            </p:nvGraphicFramePr>
            <p:xfrm>
              <a:off x="858838" y="5346294"/>
              <a:ext cx="1958104" cy="1101434"/>
            </p:xfrm>
            <a:graphic>
              <a:graphicData uri="http://schemas.microsoft.com/office/powerpoint/2016/slidezoom">
                <pslz:sldZm>
                  <pslz:sldZmObj sldId="265" cId="3741668589">
                    <pslz:zmPr id="{68148FE0-FBB7-46C3-9535-6F385584F726}" transitionDur="1000">
                      <p166:blipFill xmlns:p166="http://schemas.microsoft.com/office/powerpoint/2016/6/main">
                        <a:blip r:embed="rId8"/>
                        <a:stretch>
                          <a:fillRect/>
                        </a:stretch>
                      </p166:blipFill>
                      <p166:spPr xmlns:p166="http://schemas.microsoft.com/office/powerpoint/2016/6/main">
                        <a:xfrm>
                          <a:off x="0" y="0"/>
                          <a:ext cx="1958104" cy="1101434"/>
                        </a:xfrm>
                        <a:prstGeom prst="rect">
                          <a:avLst/>
                        </a:prstGeom>
                        <a:ln w="3175">
                          <a:solidFill>
                            <a:prstClr val="ltGray"/>
                          </a:solidFill>
                        </a:ln>
                      </p166:spPr>
                    </pslz:zmPr>
                  </pslz:sldZmObj>
                </pslz:sldZm>
              </a:graphicData>
            </a:graphic>
          </p:graphicFrame>
        </mc:Choice>
        <mc:Fallback xmlns="">
          <p:pic>
            <p:nvPicPr>
              <p:cNvPr id="28" name="Slide Zoom 27">
                <a:hlinkClick r:id="rId9" action="ppaction://hlinksldjump"/>
                <a:extLst>
                  <a:ext uri="{FF2B5EF4-FFF2-40B4-BE49-F238E27FC236}">
                    <a16:creationId xmlns:a16="http://schemas.microsoft.com/office/drawing/2014/main" id="{B698553C-2D4F-87F8-C531-7B6824B22B63}"/>
                  </a:ext>
                </a:extLst>
              </p:cNvPr>
              <p:cNvPicPr>
                <a:picLocks noGrp="1" noRot="1" noChangeAspect="1" noMove="1" noResize="1" noEditPoints="1" noAdjustHandles="1" noChangeArrowheads="1" noChangeShapeType="1"/>
              </p:cNvPicPr>
              <p:nvPr/>
            </p:nvPicPr>
            <p:blipFill>
              <a:blip r:embed="rId10"/>
              <a:stretch>
                <a:fillRect/>
              </a:stretch>
            </p:blipFill>
            <p:spPr>
              <a:xfrm>
                <a:off x="858838" y="5346294"/>
                <a:ext cx="1958104" cy="1101434"/>
              </a:xfrm>
              <a:prstGeom prst="rect">
                <a:avLst/>
              </a:prstGeom>
              <a:ln w="3175">
                <a:solidFill>
                  <a:prstClr val="ltGray"/>
                </a:solidFill>
              </a:ln>
            </p:spPr>
          </p:pic>
        </mc:Fallback>
      </mc:AlternateContent>
      <p:pic>
        <p:nvPicPr>
          <p:cNvPr id="2" name="Picture 1" descr="A black background with a black square&#10;&#10;AI-generated content may be incorrect.">
            <a:extLst>
              <a:ext uri="{FF2B5EF4-FFF2-40B4-BE49-F238E27FC236}">
                <a16:creationId xmlns:a16="http://schemas.microsoft.com/office/drawing/2014/main" id="{E9DC3196-D784-924D-2386-748F427ABED8}"/>
              </a:ext>
            </a:extLst>
          </p:cNvPr>
          <p:cNvPicPr>
            <a:picLocks noChangeAspect="1"/>
          </p:cNvPicPr>
          <p:nvPr/>
        </p:nvPicPr>
        <p:blipFill>
          <a:blip r:embed="rId11">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grpSp>
        <p:nvGrpSpPr>
          <p:cNvPr id="6" name="Group 5">
            <a:extLst>
              <a:ext uri="{FF2B5EF4-FFF2-40B4-BE49-F238E27FC236}">
                <a16:creationId xmlns:a16="http://schemas.microsoft.com/office/drawing/2014/main" id="{F6CB92EC-AB9D-69DA-7D55-B186D6454410}"/>
              </a:ext>
            </a:extLst>
          </p:cNvPr>
          <p:cNvGrpSpPr/>
          <p:nvPr/>
        </p:nvGrpSpPr>
        <p:grpSpPr>
          <a:xfrm>
            <a:off x="3233068" y="2461578"/>
            <a:ext cx="4442283" cy="967422"/>
            <a:chOff x="836857" y="2401527"/>
            <a:chExt cx="4442283" cy="967422"/>
          </a:xfrm>
        </p:grpSpPr>
        <p:sp>
          <p:nvSpPr>
            <p:cNvPr id="30" name="TextBox 15">
              <a:extLst>
                <a:ext uri="{FF2B5EF4-FFF2-40B4-BE49-F238E27FC236}">
                  <a16:creationId xmlns:a16="http://schemas.microsoft.com/office/drawing/2014/main" id="{D0E4FDEA-47D3-1B16-4561-72C4D01371A8}"/>
                </a:ext>
              </a:extLst>
            </p:cNvPr>
            <p:cNvSpPr txBox="1"/>
            <p:nvPr/>
          </p:nvSpPr>
          <p:spPr>
            <a:xfrm>
              <a:off x="836857" y="2401527"/>
              <a:ext cx="3534846" cy="967422"/>
            </a:xfrm>
            <a:prstGeom prst="rect">
              <a:avLst/>
            </a:prstGeom>
          </p:spPr>
          <p:txBody>
            <a:bodyPr lIns="50800" tIns="50800" rIns="50800" bIns="50800" rtlCol="0" anchor="ctr"/>
            <a:lstStyle/>
            <a:p>
              <a:pPr algn="ctr">
                <a:lnSpc>
                  <a:spcPts val="2659"/>
                </a:lnSpc>
              </a:pPr>
              <a:endParaRPr/>
            </a:p>
          </p:txBody>
        </p:sp>
        <p:sp>
          <p:nvSpPr>
            <p:cNvPr id="11" name="TextBox 16">
              <a:extLst>
                <a:ext uri="{FF2B5EF4-FFF2-40B4-BE49-F238E27FC236}">
                  <a16:creationId xmlns:a16="http://schemas.microsoft.com/office/drawing/2014/main" id="{78F7EBE4-35DE-792B-CE62-A7BFC6AB5BF7}"/>
                </a:ext>
              </a:extLst>
            </p:cNvPr>
            <p:cNvSpPr txBox="1"/>
            <p:nvPr/>
          </p:nvSpPr>
          <p:spPr>
            <a:xfrm>
              <a:off x="1028700" y="2818658"/>
              <a:ext cx="4250440" cy="528799"/>
            </a:xfrm>
            <a:prstGeom prst="rect">
              <a:avLst/>
            </a:prstGeom>
          </p:spPr>
          <p:txBody>
            <a:bodyPr wrap="square" lIns="0" tIns="0" rIns="0" bIns="0" rtlCol="0" anchor="t">
              <a:spAutoFit/>
            </a:bodyPr>
            <a:lstStyle/>
            <a:p>
              <a:pPr marL="171450" indent="-171450">
                <a:lnSpc>
                  <a:spcPts val="2159"/>
                </a:lnSpc>
                <a:buFont typeface="Arial" panose="020B0604020202020204" pitchFamily="34" charset="0"/>
                <a:buChar char="•"/>
              </a:pPr>
              <a:r>
                <a:rPr lang="en-US" sz="1200" spc="-53" dirty="0">
                  <a:solidFill>
                    <a:srgbClr val="1B1B1B"/>
                  </a:solidFill>
                  <a:latin typeface="Helvetica World"/>
                  <a:ea typeface="Helvetica World"/>
                  <a:cs typeface="Helvetica World"/>
                  <a:sym typeface="Helvetica World"/>
                </a:rPr>
                <a:t>About Dataset</a:t>
              </a:r>
            </a:p>
            <a:p>
              <a:pPr marL="171450" indent="-171450">
                <a:lnSpc>
                  <a:spcPts val="2159"/>
                </a:lnSpc>
                <a:buFont typeface="Arial" panose="020B0604020202020204" pitchFamily="34" charset="0"/>
                <a:buChar char="•"/>
              </a:pPr>
              <a:r>
                <a:rPr lang="en-US" sz="1200" spc="-53" dirty="0">
                  <a:solidFill>
                    <a:srgbClr val="1B1B1B"/>
                  </a:solidFill>
                  <a:latin typeface="Helvetica World"/>
                  <a:ea typeface="Helvetica World"/>
                  <a:cs typeface="Helvetica World"/>
                  <a:sym typeface="Helvetica World"/>
                </a:rPr>
                <a:t>Dataset Description</a:t>
              </a:r>
            </a:p>
          </p:txBody>
        </p:sp>
        <p:sp>
          <p:nvSpPr>
            <p:cNvPr id="27" name="TextBox 17">
              <a:extLst>
                <a:ext uri="{FF2B5EF4-FFF2-40B4-BE49-F238E27FC236}">
                  <a16:creationId xmlns:a16="http://schemas.microsoft.com/office/drawing/2014/main" id="{49C30092-8145-4C8B-705F-EF4CCAFC0511}"/>
                </a:ext>
              </a:extLst>
            </p:cNvPr>
            <p:cNvSpPr txBox="1"/>
            <p:nvPr/>
          </p:nvSpPr>
          <p:spPr>
            <a:xfrm>
              <a:off x="1025207" y="2555400"/>
              <a:ext cx="4250440" cy="246671"/>
            </a:xfrm>
            <a:prstGeom prst="rect">
              <a:avLst/>
            </a:prstGeom>
          </p:spPr>
          <p:txBody>
            <a:bodyPr wrap="square" lIns="0" tIns="0" rIns="0" bIns="0" rtlCol="0" anchor="t">
              <a:spAutoFit/>
            </a:bodyPr>
            <a:lstStyle/>
            <a:p>
              <a:pPr algn="l">
                <a:lnSpc>
                  <a:spcPts val="2159"/>
                </a:lnSpc>
              </a:pPr>
              <a:r>
                <a:rPr lang="en-US" sz="1200" b="1" i="1" spc="-53" dirty="0">
                  <a:solidFill>
                    <a:srgbClr val="1B1B1B"/>
                  </a:solidFill>
                  <a:latin typeface="Helvetica World Bold Italics"/>
                  <a:ea typeface="Helvetica World Bold Italics"/>
                  <a:cs typeface="Helvetica World Bold Italics"/>
                  <a:sym typeface="Helvetica World Bold Italics"/>
                </a:rPr>
                <a:t>Dataset</a:t>
              </a:r>
            </a:p>
          </p:txBody>
        </p:sp>
      </p:grpSp>
      <p:grpSp>
        <p:nvGrpSpPr>
          <p:cNvPr id="31" name="Group 30">
            <a:extLst>
              <a:ext uri="{FF2B5EF4-FFF2-40B4-BE49-F238E27FC236}">
                <a16:creationId xmlns:a16="http://schemas.microsoft.com/office/drawing/2014/main" id="{35385915-8317-BBED-29DD-CC5C90C9758C}"/>
              </a:ext>
            </a:extLst>
          </p:cNvPr>
          <p:cNvGrpSpPr/>
          <p:nvPr/>
        </p:nvGrpSpPr>
        <p:grpSpPr>
          <a:xfrm>
            <a:off x="3233068" y="3867332"/>
            <a:ext cx="4442283" cy="1039118"/>
            <a:chOff x="836857" y="2329831"/>
            <a:chExt cx="4442283" cy="1039118"/>
          </a:xfrm>
        </p:grpSpPr>
        <p:sp>
          <p:nvSpPr>
            <p:cNvPr id="37" name="TextBox 15">
              <a:extLst>
                <a:ext uri="{FF2B5EF4-FFF2-40B4-BE49-F238E27FC236}">
                  <a16:creationId xmlns:a16="http://schemas.microsoft.com/office/drawing/2014/main" id="{4E0C1F46-ABDE-A901-ED67-EB6BDF51A1A3}"/>
                </a:ext>
              </a:extLst>
            </p:cNvPr>
            <p:cNvSpPr txBox="1"/>
            <p:nvPr/>
          </p:nvSpPr>
          <p:spPr>
            <a:xfrm>
              <a:off x="836857" y="2401527"/>
              <a:ext cx="3534846" cy="967422"/>
            </a:xfrm>
            <a:prstGeom prst="rect">
              <a:avLst/>
            </a:prstGeom>
          </p:spPr>
          <p:txBody>
            <a:bodyPr lIns="50800" tIns="50800" rIns="50800" bIns="50800" rtlCol="0" anchor="ctr"/>
            <a:lstStyle/>
            <a:p>
              <a:pPr algn="ctr">
                <a:lnSpc>
                  <a:spcPts val="2659"/>
                </a:lnSpc>
              </a:pPr>
              <a:endParaRPr/>
            </a:p>
          </p:txBody>
        </p:sp>
        <p:sp>
          <p:nvSpPr>
            <p:cNvPr id="34" name="TextBox 16">
              <a:extLst>
                <a:ext uri="{FF2B5EF4-FFF2-40B4-BE49-F238E27FC236}">
                  <a16:creationId xmlns:a16="http://schemas.microsoft.com/office/drawing/2014/main" id="{D19B8AC6-E1CA-7877-9E9C-F50C0B917F25}"/>
                </a:ext>
              </a:extLst>
            </p:cNvPr>
            <p:cNvSpPr txBox="1"/>
            <p:nvPr/>
          </p:nvSpPr>
          <p:spPr>
            <a:xfrm>
              <a:off x="1028700" y="2624294"/>
              <a:ext cx="4250440" cy="719299"/>
            </a:xfrm>
            <a:prstGeom prst="rect">
              <a:avLst/>
            </a:prstGeom>
          </p:spPr>
          <p:txBody>
            <a:bodyPr wrap="square" lIns="0" tIns="0" rIns="0" bIns="0" rtlCol="0" anchor="t">
              <a:spAutoFit/>
            </a:bodyPr>
            <a:lstStyle/>
            <a:p>
              <a:pPr marL="171450" indent="-171450">
                <a:buFont typeface="Arial" panose="020B0604020202020204" pitchFamily="34" charset="0"/>
                <a:buChar char="•"/>
              </a:pPr>
              <a:r>
                <a:rPr lang="en-US" sz="1200" dirty="0"/>
                <a:t>Data Preparation.</a:t>
              </a:r>
            </a:p>
            <a:p>
              <a:pPr marL="171450" indent="-171450">
                <a:lnSpc>
                  <a:spcPts val="2159"/>
                </a:lnSpc>
                <a:buFont typeface="Arial" panose="020B0604020202020204" pitchFamily="34" charset="0"/>
                <a:buChar char="•"/>
              </a:pPr>
              <a:r>
                <a:rPr lang="en-US" sz="1200" dirty="0"/>
                <a:t>Data Cleaning &amp; Preprocessing.</a:t>
              </a:r>
            </a:p>
            <a:p>
              <a:pPr marL="171450" indent="-171450">
                <a:lnSpc>
                  <a:spcPts val="2159"/>
                </a:lnSpc>
                <a:buFont typeface="Arial" panose="020B0604020202020204" pitchFamily="34" charset="0"/>
                <a:buChar char="•"/>
              </a:pPr>
              <a:r>
                <a:rPr lang="en-US" sz="1200" dirty="0"/>
                <a:t>Data modeling</a:t>
              </a:r>
              <a:endParaRPr lang="en-US" sz="1200" spc="-53" dirty="0">
                <a:solidFill>
                  <a:srgbClr val="1B1B1B"/>
                </a:solidFill>
                <a:latin typeface="Helvetica World"/>
                <a:ea typeface="Helvetica World"/>
                <a:cs typeface="Helvetica World"/>
                <a:sym typeface="Helvetica World"/>
              </a:endParaRPr>
            </a:p>
          </p:txBody>
        </p:sp>
        <p:sp>
          <p:nvSpPr>
            <p:cNvPr id="35" name="TextBox 17">
              <a:extLst>
                <a:ext uri="{FF2B5EF4-FFF2-40B4-BE49-F238E27FC236}">
                  <a16:creationId xmlns:a16="http://schemas.microsoft.com/office/drawing/2014/main" id="{7F59775B-E2AB-74D9-45E5-09B90C336807}"/>
                </a:ext>
              </a:extLst>
            </p:cNvPr>
            <p:cNvSpPr txBox="1"/>
            <p:nvPr/>
          </p:nvSpPr>
          <p:spPr>
            <a:xfrm>
              <a:off x="1021714" y="2329831"/>
              <a:ext cx="4250440" cy="246671"/>
            </a:xfrm>
            <a:prstGeom prst="rect">
              <a:avLst/>
            </a:prstGeom>
          </p:spPr>
          <p:txBody>
            <a:bodyPr wrap="square" lIns="0" tIns="0" rIns="0" bIns="0" rtlCol="0" anchor="t">
              <a:spAutoFit/>
            </a:bodyPr>
            <a:lstStyle/>
            <a:p>
              <a:pPr algn="l">
                <a:lnSpc>
                  <a:spcPts val="2159"/>
                </a:lnSpc>
              </a:pPr>
              <a:r>
                <a:rPr lang="en-US" sz="1200" b="1" i="1" spc="-53" dirty="0">
                  <a:solidFill>
                    <a:srgbClr val="1B1B1B"/>
                  </a:solidFill>
                  <a:latin typeface="Helvetica World Bold Italics"/>
                  <a:ea typeface="Helvetica World Bold Italics"/>
                  <a:cs typeface="Helvetica World Bold Italics"/>
                  <a:sym typeface="Helvetica World Bold Italics"/>
                </a:rPr>
                <a:t>Data Preprocessing</a:t>
              </a:r>
            </a:p>
          </p:txBody>
        </p:sp>
      </p:grpSp>
      <p:grpSp>
        <p:nvGrpSpPr>
          <p:cNvPr id="38" name="Group 37">
            <a:extLst>
              <a:ext uri="{FF2B5EF4-FFF2-40B4-BE49-F238E27FC236}">
                <a16:creationId xmlns:a16="http://schemas.microsoft.com/office/drawing/2014/main" id="{D933EA0B-5F3F-C4CC-32BB-33ABC4830352}"/>
              </a:ext>
            </a:extLst>
          </p:cNvPr>
          <p:cNvGrpSpPr/>
          <p:nvPr/>
        </p:nvGrpSpPr>
        <p:grpSpPr>
          <a:xfrm>
            <a:off x="3229575" y="5381567"/>
            <a:ext cx="4442283" cy="967422"/>
            <a:chOff x="836857" y="2401527"/>
            <a:chExt cx="4442283" cy="967422"/>
          </a:xfrm>
        </p:grpSpPr>
        <p:sp>
          <p:nvSpPr>
            <p:cNvPr id="43" name="TextBox 15">
              <a:extLst>
                <a:ext uri="{FF2B5EF4-FFF2-40B4-BE49-F238E27FC236}">
                  <a16:creationId xmlns:a16="http://schemas.microsoft.com/office/drawing/2014/main" id="{BEA05F41-78F3-020A-CDB9-2977BEB51CA5}"/>
                </a:ext>
              </a:extLst>
            </p:cNvPr>
            <p:cNvSpPr txBox="1"/>
            <p:nvPr/>
          </p:nvSpPr>
          <p:spPr>
            <a:xfrm>
              <a:off x="836857" y="2401527"/>
              <a:ext cx="3534846" cy="967422"/>
            </a:xfrm>
            <a:prstGeom prst="rect">
              <a:avLst/>
            </a:prstGeom>
          </p:spPr>
          <p:txBody>
            <a:bodyPr lIns="50800" tIns="50800" rIns="50800" bIns="50800" rtlCol="0" anchor="ctr"/>
            <a:lstStyle/>
            <a:p>
              <a:pPr algn="ctr">
                <a:lnSpc>
                  <a:spcPts val="2659"/>
                </a:lnSpc>
              </a:pPr>
              <a:endParaRPr/>
            </a:p>
          </p:txBody>
        </p:sp>
        <p:sp>
          <p:nvSpPr>
            <p:cNvPr id="40" name="TextBox 16">
              <a:extLst>
                <a:ext uri="{FF2B5EF4-FFF2-40B4-BE49-F238E27FC236}">
                  <a16:creationId xmlns:a16="http://schemas.microsoft.com/office/drawing/2014/main" id="{38699B8E-C0E3-4D7C-BBDF-5D89D65D63C3}"/>
                </a:ext>
              </a:extLst>
            </p:cNvPr>
            <p:cNvSpPr txBox="1"/>
            <p:nvPr/>
          </p:nvSpPr>
          <p:spPr>
            <a:xfrm>
              <a:off x="1028700" y="2839031"/>
              <a:ext cx="4250440" cy="369332"/>
            </a:xfrm>
            <a:prstGeom prst="rect">
              <a:avLst/>
            </a:prstGeom>
          </p:spPr>
          <p:txBody>
            <a:bodyPr wrap="square" lIns="0" tIns="0" rIns="0" bIns="0" rtlCol="0" anchor="t">
              <a:spAutoFit/>
            </a:bodyPr>
            <a:lstStyle/>
            <a:p>
              <a:pPr marL="171450" indent="-171450">
                <a:buFont typeface="Arial" panose="020B0604020202020204" pitchFamily="34" charset="0"/>
                <a:buChar char="•"/>
              </a:pPr>
              <a:r>
                <a:rPr lang="en-US" sz="1200" dirty="0"/>
                <a:t>EDA </a:t>
              </a:r>
            </a:p>
            <a:p>
              <a:pPr marL="171450" indent="-171450">
                <a:buFont typeface="Arial" panose="020B0604020202020204" pitchFamily="34" charset="0"/>
                <a:buChar char="•"/>
              </a:pPr>
              <a:r>
                <a:rPr lang="en-US" sz="1200" dirty="0"/>
                <a:t>Data visualization</a:t>
              </a:r>
              <a:endParaRPr lang="en-US" sz="1200" spc="-53" dirty="0">
                <a:solidFill>
                  <a:srgbClr val="1B1B1B"/>
                </a:solidFill>
                <a:latin typeface="Helvetica World"/>
                <a:ea typeface="Helvetica World"/>
                <a:cs typeface="Helvetica World"/>
                <a:sym typeface="Helvetica World"/>
              </a:endParaRPr>
            </a:p>
          </p:txBody>
        </p:sp>
        <p:sp>
          <p:nvSpPr>
            <p:cNvPr id="41" name="TextBox 17">
              <a:extLst>
                <a:ext uri="{FF2B5EF4-FFF2-40B4-BE49-F238E27FC236}">
                  <a16:creationId xmlns:a16="http://schemas.microsoft.com/office/drawing/2014/main" id="{D2FDBDDF-BF5B-26E3-8298-A7C453156F6E}"/>
                </a:ext>
              </a:extLst>
            </p:cNvPr>
            <p:cNvSpPr txBox="1"/>
            <p:nvPr/>
          </p:nvSpPr>
          <p:spPr>
            <a:xfrm>
              <a:off x="1025207" y="2458207"/>
              <a:ext cx="4250440" cy="246671"/>
            </a:xfrm>
            <a:prstGeom prst="rect">
              <a:avLst/>
            </a:prstGeom>
          </p:spPr>
          <p:txBody>
            <a:bodyPr wrap="square" lIns="0" tIns="0" rIns="0" bIns="0" rtlCol="0" anchor="t">
              <a:spAutoFit/>
            </a:bodyPr>
            <a:lstStyle/>
            <a:p>
              <a:pPr algn="l">
                <a:lnSpc>
                  <a:spcPts val="2159"/>
                </a:lnSpc>
              </a:pPr>
              <a:r>
                <a:rPr lang="en-US" sz="1200" b="1" i="1" spc="-53" dirty="0">
                  <a:solidFill>
                    <a:srgbClr val="1B1B1B"/>
                  </a:solidFill>
                  <a:latin typeface="Helvetica World Bold Italics"/>
                  <a:ea typeface="Helvetica World Bold Italics"/>
                  <a:cs typeface="Helvetica World Bold Italics"/>
                  <a:sym typeface="Helvetica World Bold Italics"/>
                </a:rPr>
                <a:t>Data Analysis</a:t>
              </a:r>
            </a:p>
          </p:txBody>
        </p:sp>
      </p:grpSp>
      <p:pic>
        <p:nvPicPr>
          <p:cNvPr id="45" name="Picture 44" descr="A logo of a globe with a graduation cap&#10;&#10;AI-generated content may be incorrect.">
            <a:extLst>
              <a:ext uri="{FF2B5EF4-FFF2-40B4-BE49-F238E27FC236}">
                <a16:creationId xmlns:a16="http://schemas.microsoft.com/office/drawing/2014/main" id="{4AD742C1-7FEA-2C5E-3728-6185A905E88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spTree>
    <p:extLst>
      <p:ext uri="{BB962C8B-B14F-4D97-AF65-F5344CB8AC3E}">
        <p14:creationId xmlns:p14="http://schemas.microsoft.com/office/powerpoint/2010/main" val="2981935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246BF-FAE7-F500-034A-9ED0BA1B12C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BD1779C-61F9-0EEF-B08D-F16B5DBDAFDC}"/>
              </a:ext>
            </a:extLst>
          </p:cNvPr>
          <p:cNvSpPr txBox="1"/>
          <p:nvPr/>
        </p:nvSpPr>
        <p:spPr>
          <a:xfrm>
            <a:off x="4446812" y="1372049"/>
            <a:ext cx="3007726" cy="923330"/>
          </a:xfrm>
          <a:prstGeom prst="rect">
            <a:avLst/>
          </a:prstGeom>
          <a:noFill/>
        </p:spPr>
        <p:txBody>
          <a:bodyPr wrap="square">
            <a:spAutoFit/>
          </a:bodyPr>
          <a:lstStyle/>
          <a:p>
            <a:r>
              <a:rPr lang="en-US" sz="5400" b="1" dirty="0"/>
              <a:t>DATASET</a:t>
            </a:r>
          </a:p>
        </p:txBody>
      </p:sp>
      <p:grpSp>
        <p:nvGrpSpPr>
          <p:cNvPr id="8" name="Group 7">
            <a:extLst>
              <a:ext uri="{FF2B5EF4-FFF2-40B4-BE49-F238E27FC236}">
                <a16:creationId xmlns:a16="http://schemas.microsoft.com/office/drawing/2014/main" id="{7FCF4721-2290-1F83-B2BD-0153C7AC7B8C}"/>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74FF1F08-61C4-94D5-BA97-86B22EB59F3A}"/>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DC02F396-A41E-EF21-997C-0029AD53613E}"/>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D603903E-6172-1C3E-CB35-658A85E2B974}"/>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mc:AlternateContent xmlns:mc="http://schemas.openxmlformats.org/markup-compatibility/2006" xmlns:pslz="http://schemas.microsoft.com/office/powerpoint/2016/slidezoom">
        <mc:Choice Requires="pslz">
          <p:graphicFrame>
            <p:nvGraphicFramePr>
              <p:cNvPr id="3" name="Slide Zoom 2">
                <a:extLst>
                  <a:ext uri="{FF2B5EF4-FFF2-40B4-BE49-F238E27FC236}">
                    <a16:creationId xmlns:a16="http://schemas.microsoft.com/office/drawing/2014/main" id="{BA2B7AE1-2A53-A5AE-1513-B5EDBF3D41E5}"/>
                  </a:ext>
                </a:extLst>
              </p:cNvPr>
              <p:cNvGraphicFramePr>
                <a:graphicFrameLocks noChangeAspect="1"/>
              </p:cNvGraphicFramePr>
              <p:nvPr>
                <p:extLst>
                  <p:ext uri="{D42A27DB-BD31-4B8C-83A1-F6EECF244321}">
                    <p14:modId xmlns:p14="http://schemas.microsoft.com/office/powerpoint/2010/main" val="1627096275"/>
                  </p:ext>
                </p:extLst>
              </p:nvPr>
            </p:nvGraphicFramePr>
            <p:xfrm>
              <a:off x="5400284" y="2844225"/>
              <a:ext cx="5362152" cy="3016210"/>
            </p:xfrm>
            <a:graphic>
              <a:graphicData uri="http://schemas.microsoft.com/office/powerpoint/2016/slidezoom">
                <pslz:sldZm>
                  <pslz:sldZmObj sldId="263" cId="2969032557">
                    <pslz:zmPr id="{CD33C585-6122-455C-BB4B-C35D175BE072}" transitionDur="1000">
                      <p166:blipFill xmlns:p166="http://schemas.microsoft.com/office/powerpoint/2016/6/main">
                        <a:blip r:embed="rId2"/>
                        <a:stretch>
                          <a:fillRect/>
                        </a:stretch>
                      </p166:blipFill>
                      <p166:spPr xmlns:p166="http://schemas.microsoft.com/office/powerpoint/2016/6/main">
                        <a:xfrm>
                          <a:off x="0" y="0"/>
                          <a:ext cx="5362152" cy="3016210"/>
                        </a:xfrm>
                        <a:prstGeom prst="rect">
                          <a:avLst/>
                        </a:prstGeom>
                        <a:ln w="3175">
                          <a:solidFill>
                            <a:prstClr val="ltGray"/>
                          </a:solidFill>
                        </a:ln>
                      </p166:spPr>
                    </pslz:zmPr>
                  </pslz:sldZmObj>
                </pslz:sldZm>
              </a:graphicData>
            </a:graphic>
          </p:graphicFrame>
        </mc:Choice>
        <mc:Fallback xmlns="">
          <p:pic>
            <p:nvPicPr>
              <p:cNvPr id="3" name="Slide Zoom 2">
                <a:hlinkClick r:id="rId3" action="ppaction://hlinksldjump"/>
                <a:extLst>
                  <a:ext uri="{FF2B5EF4-FFF2-40B4-BE49-F238E27FC236}">
                    <a16:creationId xmlns:a16="http://schemas.microsoft.com/office/drawing/2014/main" id="{BA2B7AE1-2A53-A5AE-1513-B5EDBF3D41E5}"/>
                  </a:ext>
                </a:extLst>
              </p:cNvPr>
              <p:cNvPicPr>
                <a:picLocks noGrp="1" noRot="1" noChangeAspect="1" noMove="1" noResize="1" noEditPoints="1" noAdjustHandles="1" noChangeArrowheads="1" noChangeShapeType="1"/>
              </p:cNvPicPr>
              <p:nvPr/>
            </p:nvPicPr>
            <p:blipFill>
              <a:blip r:embed="rId4"/>
              <a:stretch>
                <a:fillRect/>
              </a:stretch>
            </p:blipFill>
            <p:spPr>
              <a:xfrm>
                <a:off x="5400284" y="2844225"/>
                <a:ext cx="5362152" cy="3016210"/>
              </a:xfrm>
              <a:prstGeom prst="rect">
                <a:avLst/>
              </a:prstGeom>
              <a:ln w="3175">
                <a:solidFill>
                  <a:prstClr val="ltGray"/>
                </a:solidFill>
              </a:ln>
            </p:spPr>
          </p:pic>
        </mc:Fallback>
      </mc:AlternateContent>
      <p:pic>
        <p:nvPicPr>
          <p:cNvPr id="2" name="Picture 1" descr="A black background with a black square&#10;&#10;AI-generated content may be incorrect.">
            <a:extLst>
              <a:ext uri="{FF2B5EF4-FFF2-40B4-BE49-F238E27FC236}">
                <a16:creationId xmlns:a16="http://schemas.microsoft.com/office/drawing/2014/main" id="{C430F8B9-2053-AB7E-A1B2-63481C16E2DB}"/>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sp>
        <p:nvSpPr>
          <p:cNvPr id="4" name="TextBox 3">
            <a:extLst>
              <a:ext uri="{FF2B5EF4-FFF2-40B4-BE49-F238E27FC236}">
                <a16:creationId xmlns:a16="http://schemas.microsoft.com/office/drawing/2014/main" id="{897C4BB1-9A24-6919-AD0A-BA105179ABBE}"/>
              </a:ext>
            </a:extLst>
          </p:cNvPr>
          <p:cNvSpPr txBox="1"/>
          <p:nvPr/>
        </p:nvSpPr>
        <p:spPr>
          <a:xfrm>
            <a:off x="722671" y="2844225"/>
            <a:ext cx="3856892" cy="584775"/>
          </a:xfrm>
          <a:prstGeom prst="rect">
            <a:avLst/>
          </a:prstGeom>
          <a:noFill/>
        </p:spPr>
        <p:txBody>
          <a:bodyPr wrap="square">
            <a:spAutoFit/>
          </a:bodyPr>
          <a:lstStyle/>
          <a:p>
            <a:r>
              <a:rPr lang="en-US" sz="3200" dirty="0"/>
              <a:t>About Dataset</a:t>
            </a:r>
          </a:p>
        </p:txBody>
      </p:sp>
      <p:sp>
        <p:nvSpPr>
          <p:cNvPr id="6" name="TextBox 5">
            <a:extLst>
              <a:ext uri="{FF2B5EF4-FFF2-40B4-BE49-F238E27FC236}">
                <a16:creationId xmlns:a16="http://schemas.microsoft.com/office/drawing/2014/main" id="{48A263FC-DA96-74C6-DEB0-1551B27A0429}"/>
              </a:ext>
            </a:extLst>
          </p:cNvPr>
          <p:cNvSpPr txBox="1"/>
          <p:nvPr/>
        </p:nvSpPr>
        <p:spPr>
          <a:xfrm>
            <a:off x="722671" y="3530315"/>
            <a:ext cx="4798898" cy="584775"/>
          </a:xfrm>
          <a:prstGeom prst="rect">
            <a:avLst/>
          </a:prstGeom>
          <a:noFill/>
        </p:spPr>
        <p:txBody>
          <a:bodyPr wrap="square">
            <a:spAutoFit/>
          </a:bodyPr>
          <a:lstStyle/>
          <a:p>
            <a:r>
              <a:rPr lang="en-US" sz="1600" dirty="0"/>
              <a:t>This dataset was extracted from Kaggle.com,</a:t>
            </a:r>
          </a:p>
          <a:p>
            <a:r>
              <a:rPr lang="en-US" sz="1600" dirty="0">
                <a:hlinkClick r:id="rId6"/>
              </a:rPr>
              <a:t>AI Impact on Job Market: (2024–2030)</a:t>
            </a:r>
            <a:endParaRPr lang="en-US" sz="1600" dirty="0"/>
          </a:p>
        </p:txBody>
      </p:sp>
      <p:pic>
        <p:nvPicPr>
          <p:cNvPr id="11" name="Picture 10" descr="A logo of a globe with a graduation cap&#10;&#10;AI-generated content may be incorrect.">
            <a:extLst>
              <a:ext uri="{FF2B5EF4-FFF2-40B4-BE49-F238E27FC236}">
                <a16:creationId xmlns:a16="http://schemas.microsoft.com/office/drawing/2014/main" id="{8068FC5B-15B1-8CB7-47DF-EF33479A2D6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spTree>
    <p:extLst>
      <p:ext uri="{BB962C8B-B14F-4D97-AF65-F5344CB8AC3E}">
        <p14:creationId xmlns:p14="http://schemas.microsoft.com/office/powerpoint/2010/main" val="4200824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4FB59-7BB3-4EF1-9320-122E50A80D1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512B20C-7934-A04E-45FB-F2ACACACD4CB}"/>
              </a:ext>
            </a:extLst>
          </p:cNvPr>
          <p:cNvSpPr txBox="1"/>
          <p:nvPr/>
        </p:nvSpPr>
        <p:spPr>
          <a:xfrm>
            <a:off x="2173876" y="1372049"/>
            <a:ext cx="7553598" cy="923330"/>
          </a:xfrm>
          <a:prstGeom prst="rect">
            <a:avLst/>
          </a:prstGeom>
          <a:noFill/>
        </p:spPr>
        <p:txBody>
          <a:bodyPr wrap="square">
            <a:spAutoFit/>
          </a:bodyPr>
          <a:lstStyle/>
          <a:p>
            <a:r>
              <a:rPr lang="en-US" sz="5400" b="1" dirty="0"/>
              <a:t>DATASET DESCRIPTION</a:t>
            </a:r>
          </a:p>
        </p:txBody>
      </p:sp>
      <p:grpSp>
        <p:nvGrpSpPr>
          <p:cNvPr id="8" name="Group 7">
            <a:extLst>
              <a:ext uri="{FF2B5EF4-FFF2-40B4-BE49-F238E27FC236}">
                <a16:creationId xmlns:a16="http://schemas.microsoft.com/office/drawing/2014/main" id="{B51FA7DA-017A-4F22-DDAC-5F3ECDFC2920}"/>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D756BC6B-8039-A596-FD87-CD842F6E5716}"/>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EED3A4AF-7DD6-AA7B-6DF4-8E4265E923F7}"/>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D9B5EC03-36EB-1BA9-2C62-3BED59693D14}"/>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sp>
        <p:nvSpPr>
          <p:cNvPr id="33" name="TextBox 16">
            <a:extLst>
              <a:ext uri="{FF2B5EF4-FFF2-40B4-BE49-F238E27FC236}">
                <a16:creationId xmlns:a16="http://schemas.microsoft.com/office/drawing/2014/main" id="{AA4CFF73-5770-09EA-1CA1-13BBAE661894}"/>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a:p>
        </p:txBody>
      </p:sp>
      <p:pic>
        <p:nvPicPr>
          <p:cNvPr id="2" name="Picture 1" descr="A black background with a black square&#10;&#10;AI-generated content may be incorrect.">
            <a:extLst>
              <a:ext uri="{FF2B5EF4-FFF2-40B4-BE49-F238E27FC236}">
                <a16:creationId xmlns:a16="http://schemas.microsoft.com/office/drawing/2014/main" id="{36BC71B5-B5DD-9C1E-6085-0AE3312AB1D7}"/>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213695"/>
            <a:ext cx="537985" cy="537985"/>
          </a:xfrm>
          <a:prstGeom prst="rect">
            <a:avLst/>
          </a:prstGeom>
        </p:spPr>
      </p:pic>
      <p:pic>
        <p:nvPicPr>
          <p:cNvPr id="4" name="Picture 3">
            <a:extLst>
              <a:ext uri="{FF2B5EF4-FFF2-40B4-BE49-F238E27FC236}">
                <a16:creationId xmlns:a16="http://schemas.microsoft.com/office/drawing/2014/main" id="{83982506-6EBB-4666-FE80-727091AA0E13}"/>
              </a:ext>
            </a:extLst>
          </p:cNvPr>
          <p:cNvPicPr>
            <a:picLocks noChangeAspect="1"/>
          </p:cNvPicPr>
          <p:nvPr/>
        </p:nvPicPr>
        <p:blipFill>
          <a:blip r:embed="rId3"/>
          <a:srcRect t="28146" r="3750" b="7476"/>
          <a:stretch/>
        </p:blipFill>
        <p:spPr>
          <a:xfrm>
            <a:off x="2337564" y="2984529"/>
            <a:ext cx="9132276" cy="3434188"/>
          </a:xfrm>
          <a:prstGeom prst="rect">
            <a:avLst/>
          </a:prstGeom>
        </p:spPr>
      </p:pic>
      <p:grpSp>
        <p:nvGrpSpPr>
          <p:cNvPr id="6" name="Group 5">
            <a:extLst>
              <a:ext uri="{FF2B5EF4-FFF2-40B4-BE49-F238E27FC236}">
                <a16:creationId xmlns:a16="http://schemas.microsoft.com/office/drawing/2014/main" id="{BA983E8F-B95F-9541-9F48-8B61225E5628}"/>
              </a:ext>
            </a:extLst>
          </p:cNvPr>
          <p:cNvGrpSpPr/>
          <p:nvPr/>
        </p:nvGrpSpPr>
        <p:grpSpPr>
          <a:xfrm>
            <a:off x="243384" y="2165915"/>
            <a:ext cx="4442283" cy="967422"/>
            <a:chOff x="836857" y="2401527"/>
            <a:chExt cx="4442283" cy="967422"/>
          </a:xfrm>
        </p:grpSpPr>
        <p:sp>
          <p:nvSpPr>
            <p:cNvPr id="7" name="TextBox 15">
              <a:extLst>
                <a:ext uri="{FF2B5EF4-FFF2-40B4-BE49-F238E27FC236}">
                  <a16:creationId xmlns:a16="http://schemas.microsoft.com/office/drawing/2014/main" id="{AE01EBC2-FA4A-CF18-79B6-B552656BF14D}"/>
                </a:ext>
              </a:extLst>
            </p:cNvPr>
            <p:cNvSpPr txBox="1"/>
            <p:nvPr/>
          </p:nvSpPr>
          <p:spPr>
            <a:xfrm>
              <a:off x="836857" y="2401527"/>
              <a:ext cx="3534846" cy="967422"/>
            </a:xfrm>
            <a:prstGeom prst="rect">
              <a:avLst/>
            </a:prstGeom>
          </p:spPr>
          <p:txBody>
            <a:bodyPr lIns="50800" tIns="50800" rIns="50800" bIns="50800" rtlCol="0" anchor="ctr"/>
            <a:lstStyle/>
            <a:p>
              <a:pPr algn="ctr">
                <a:lnSpc>
                  <a:spcPts val="2659"/>
                </a:lnSpc>
              </a:pPr>
              <a:endParaRPr sz="2400"/>
            </a:p>
          </p:txBody>
        </p:sp>
        <p:sp>
          <p:nvSpPr>
            <p:cNvPr id="11" name="TextBox 16">
              <a:extLst>
                <a:ext uri="{FF2B5EF4-FFF2-40B4-BE49-F238E27FC236}">
                  <a16:creationId xmlns:a16="http://schemas.microsoft.com/office/drawing/2014/main" id="{4831E15D-9788-607A-A71D-6B7C0A4684BA}"/>
                </a:ext>
              </a:extLst>
            </p:cNvPr>
            <p:cNvSpPr txBox="1"/>
            <p:nvPr/>
          </p:nvSpPr>
          <p:spPr>
            <a:xfrm>
              <a:off x="1028700" y="2818658"/>
              <a:ext cx="4250440" cy="258276"/>
            </a:xfrm>
            <a:prstGeom prst="rect">
              <a:avLst/>
            </a:prstGeom>
          </p:spPr>
          <p:txBody>
            <a:bodyPr wrap="square" lIns="0" tIns="0" rIns="0" bIns="0" rtlCol="0" anchor="t">
              <a:spAutoFit/>
            </a:bodyPr>
            <a:lstStyle/>
            <a:p>
              <a:pPr>
                <a:lnSpc>
                  <a:spcPts val="2159"/>
                </a:lnSpc>
              </a:pPr>
              <a:endParaRPr lang="en-US" sz="1600" spc="-53" dirty="0">
                <a:solidFill>
                  <a:srgbClr val="1B1B1B"/>
                </a:solidFill>
                <a:latin typeface="Helvetica World"/>
                <a:ea typeface="Helvetica World"/>
                <a:cs typeface="Helvetica World"/>
                <a:sym typeface="Helvetica World"/>
              </a:endParaRPr>
            </a:p>
          </p:txBody>
        </p:sp>
        <p:sp>
          <p:nvSpPr>
            <p:cNvPr id="12" name="TextBox 17">
              <a:extLst>
                <a:ext uri="{FF2B5EF4-FFF2-40B4-BE49-F238E27FC236}">
                  <a16:creationId xmlns:a16="http://schemas.microsoft.com/office/drawing/2014/main" id="{19B5BED3-2C78-5596-B977-AF82500DBAA7}"/>
                </a:ext>
              </a:extLst>
            </p:cNvPr>
            <p:cNvSpPr txBox="1"/>
            <p:nvPr/>
          </p:nvSpPr>
          <p:spPr>
            <a:xfrm>
              <a:off x="1025207" y="2555400"/>
              <a:ext cx="4250440" cy="258276"/>
            </a:xfrm>
            <a:prstGeom prst="rect">
              <a:avLst/>
            </a:prstGeom>
          </p:spPr>
          <p:txBody>
            <a:bodyPr wrap="square" lIns="0" tIns="0" rIns="0" bIns="0" rtlCol="0" anchor="t">
              <a:spAutoFit/>
            </a:bodyPr>
            <a:lstStyle/>
            <a:p>
              <a:pPr algn="l">
                <a:lnSpc>
                  <a:spcPts val="2159"/>
                </a:lnSpc>
              </a:pPr>
              <a:r>
                <a:rPr lang="en-US" sz="1600" b="1" i="1" spc="-53" dirty="0">
                  <a:solidFill>
                    <a:srgbClr val="1B1B1B"/>
                  </a:solidFill>
                  <a:latin typeface="Helvetica World Bold Italics"/>
                  <a:ea typeface="Helvetica World Bold Italics"/>
                  <a:cs typeface="Helvetica World Bold Italics"/>
                  <a:sym typeface="Helvetica World Bold Italics"/>
                </a:rPr>
                <a:t>Total Records: 30k</a:t>
              </a:r>
            </a:p>
          </p:txBody>
        </p:sp>
        <p:sp>
          <p:nvSpPr>
            <p:cNvPr id="13" name="TextBox 17">
              <a:extLst>
                <a:ext uri="{FF2B5EF4-FFF2-40B4-BE49-F238E27FC236}">
                  <a16:creationId xmlns:a16="http://schemas.microsoft.com/office/drawing/2014/main" id="{E585D24B-608F-093B-4BD4-79A070BF84AC}"/>
                </a:ext>
              </a:extLst>
            </p:cNvPr>
            <p:cNvSpPr txBox="1"/>
            <p:nvPr/>
          </p:nvSpPr>
          <p:spPr>
            <a:xfrm>
              <a:off x="1025207" y="2858175"/>
              <a:ext cx="4250440" cy="258276"/>
            </a:xfrm>
            <a:prstGeom prst="rect">
              <a:avLst/>
            </a:prstGeom>
          </p:spPr>
          <p:txBody>
            <a:bodyPr wrap="square" lIns="0" tIns="0" rIns="0" bIns="0" rtlCol="0" anchor="t">
              <a:spAutoFit/>
            </a:bodyPr>
            <a:lstStyle>
              <a:defPPr>
                <a:defRPr lang="en-US"/>
              </a:defPPr>
              <a:lvl1pPr>
                <a:lnSpc>
                  <a:spcPts val="2159"/>
                </a:lnSpc>
                <a:defRPr sz="1200" b="1" i="1" spc="-53">
                  <a:solidFill>
                    <a:srgbClr val="1B1B1B"/>
                  </a:solidFill>
                  <a:latin typeface="Helvetica World Bold Italics"/>
                  <a:ea typeface="Helvetica World Bold Italics"/>
                  <a:cs typeface="Helvetica World Bold Italics"/>
                </a:defRPr>
              </a:lvl1pPr>
            </a:lstStyle>
            <a:p>
              <a:r>
                <a:rPr lang="en-US" sz="1600" dirty="0">
                  <a:sym typeface="Helvetica World Bold Italics"/>
                </a:rPr>
                <a:t>Total Columns: 13</a:t>
              </a:r>
            </a:p>
          </p:txBody>
        </p:sp>
      </p:grpSp>
      <p:pic>
        <p:nvPicPr>
          <p:cNvPr id="16" name="Picture 15" descr="A logo of a globe with a graduation cap&#10;&#10;AI-generated content may be incorrect.">
            <a:extLst>
              <a:ext uri="{FF2B5EF4-FFF2-40B4-BE49-F238E27FC236}">
                <a16:creationId xmlns:a16="http://schemas.microsoft.com/office/drawing/2014/main" id="{FC9727B8-440E-2A39-05D8-BDE40A0D17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spTree>
    <p:extLst>
      <p:ext uri="{BB962C8B-B14F-4D97-AF65-F5344CB8AC3E}">
        <p14:creationId xmlns:p14="http://schemas.microsoft.com/office/powerpoint/2010/main" val="2969032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35EFA-552F-B32C-6D21-67942ABAB9D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E26F0EA-4DC4-BCB4-15AD-F2425EC3853E}"/>
              </a:ext>
            </a:extLst>
          </p:cNvPr>
          <p:cNvSpPr txBox="1"/>
          <p:nvPr/>
        </p:nvSpPr>
        <p:spPr>
          <a:xfrm>
            <a:off x="1625236" y="1372049"/>
            <a:ext cx="8650878" cy="923330"/>
          </a:xfrm>
          <a:prstGeom prst="rect">
            <a:avLst/>
          </a:prstGeom>
          <a:noFill/>
        </p:spPr>
        <p:txBody>
          <a:bodyPr wrap="square">
            <a:spAutoFit/>
          </a:bodyPr>
          <a:lstStyle/>
          <a:p>
            <a:r>
              <a:rPr lang="en-US" sz="5400" b="1" dirty="0"/>
              <a:t>DATASET PREPROCESSING</a:t>
            </a:r>
          </a:p>
        </p:txBody>
      </p:sp>
      <p:grpSp>
        <p:nvGrpSpPr>
          <p:cNvPr id="8" name="Group 7">
            <a:extLst>
              <a:ext uri="{FF2B5EF4-FFF2-40B4-BE49-F238E27FC236}">
                <a16:creationId xmlns:a16="http://schemas.microsoft.com/office/drawing/2014/main" id="{76D11DD9-D006-D2A3-E03E-289616549B86}"/>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1186470E-AA08-E0CF-23CD-2C33079F953D}"/>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3C35ED0F-7E9E-8E25-928F-194D4DC4EFBC}"/>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C9D00219-CF11-71FA-FDB8-F5BF4AB21717}"/>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pic>
        <p:nvPicPr>
          <p:cNvPr id="2" name="Picture 1" descr="A black background with a black square&#10;&#10;AI-generated content may be incorrect.">
            <a:extLst>
              <a:ext uri="{FF2B5EF4-FFF2-40B4-BE49-F238E27FC236}">
                <a16:creationId xmlns:a16="http://schemas.microsoft.com/office/drawing/2014/main" id="{8FC248C5-309F-CE4C-1715-716052825EC7}"/>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grpSp>
        <p:nvGrpSpPr>
          <p:cNvPr id="4" name="Group 4">
            <a:extLst>
              <a:ext uri="{FF2B5EF4-FFF2-40B4-BE49-F238E27FC236}">
                <a16:creationId xmlns:a16="http://schemas.microsoft.com/office/drawing/2014/main" id="{6BB4F902-BADE-7D62-A0CF-01794CF22381}"/>
              </a:ext>
            </a:extLst>
          </p:cNvPr>
          <p:cNvGrpSpPr/>
          <p:nvPr/>
        </p:nvGrpSpPr>
        <p:grpSpPr>
          <a:xfrm>
            <a:off x="935327" y="2589427"/>
            <a:ext cx="1261560" cy="1261560"/>
            <a:chOff x="0" y="0"/>
            <a:chExt cx="812800" cy="812800"/>
          </a:xfrm>
        </p:grpSpPr>
        <p:sp>
          <p:nvSpPr>
            <p:cNvPr id="6" name="Freeform 5">
              <a:extLst>
                <a:ext uri="{FF2B5EF4-FFF2-40B4-BE49-F238E27FC236}">
                  <a16:creationId xmlns:a16="http://schemas.microsoft.com/office/drawing/2014/main" id="{DD46D3A9-A99C-E0A8-00DC-19E10540703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A6A6A6"/>
              </a:solidFill>
              <a:prstDash val="solid"/>
              <a:miter/>
            </a:ln>
          </p:spPr>
          <p:txBody>
            <a:bodyPr/>
            <a:lstStyle/>
            <a:p>
              <a:pPr algn="ctr"/>
              <a:endParaRPr lang="en-US" dirty="0"/>
            </a:p>
          </p:txBody>
        </p:sp>
        <p:sp>
          <p:nvSpPr>
            <p:cNvPr id="7" name="TextBox 6">
              <a:extLst>
                <a:ext uri="{FF2B5EF4-FFF2-40B4-BE49-F238E27FC236}">
                  <a16:creationId xmlns:a16="http://schemas.microsoft.com/office/drawing/2014/main" id="{3086DC27-C4AB-9E6B-BA1A-4E612B508F1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8">
            <a:extLst>
              <a:ext uri="{FF2B5EF4-FFF2-40B4-BE49-F238E27FC236}">
                <a16:creationId xmlns:a16="http://schemas.microsoft.com/office/drawing/2014/main" id="{130A362B-09F6-C931-9C5F-7DF52D8E8BB8}"/>
              </a:ext>
            </a:extLst>
          </p:cNvPr>
          <p:cNvSpPr txBox="1"/>
          <p:nvPr/>
        </p:nvSpPr>
        <p:spPr>
          <a:xfrm>
            <a:off x="1260656" y="2772475"/>
            <a:ext cx="466272" cy="923330"/>
          </a:xfrm>
          <a:prstGeom prst="rect">
            <a:avLst/>
          </a:prstGeom>
          <a:noFill/>
        </p:spPr>
        <p:txBody>
          <a:bodyPr wrap="square" rtlCol="0">
            <a:spAutoFit/>
          </a:bodyPr>
          <a:lstStyle/>
          <a:p>
            <a:r>
              <a:rPr lang="en-US" sz="5400" dirty="0"/>
              <a:t>1</a:t>
            </a:r>
          </a:p>
        </p:txBody>
      </p:sp>
      <p:grpSp>
        <p:nvGrpSpPr>
          <p:cNvPr id="22" name="Group 21">
            <a:extLst>
              <a:ext uri="{FF2B5EF4-FFF2-40B4-BE49-F238E27FC236}">
                <a16:creationId xmlns:a16="http://schemas.microsoft.com/office/drawing/2014/main" id="{97242798-5592-272D-E56B-FF5BA41B8CE9}"/>
              </a:ext>
            </a:extLst>
          </p:cNvPr>
          <p:cNvGrpSpPr/>
          <p:nvPr/>
        </p:nvGrpSpPr>
        <p:grpSpPr>
          <a:xfrm>
            <a:off x="2183806" y="3931842"/>
            <a:ext cx="1261560" cy="1261560"/>
            <a:chOff x="2558181" y="4065214"/>
            <a:chExt cx="1261560" cy="1261560"/>
          </a:xfrm>
        </p:grpSpPr>
        <p:grpSp>
          <p:nvGrpSpPr>
            <p:cNvPr id="11" name="Group 4">
              <a:extLst>
                <a:ext uri="{FF2B5EF4-FFF2-40B4-BE49-F238E27FC236}">
                  <a16:creationId xmlns:a16="http://schemas.microsoft.com/office/drawing/2014/main" id="{67FF3679-A77F-174A-544A-25F4747833A4}"/>
                </a:ext>
              </a:extLst>
            </p:cNvPr>
            <p:cNvGrpSpPr/>
            <p:nvPr/>
          </p:nvGrpSpPr>
          <p:grpSpPr>
            <a:xfrm>
              <a:off x="2558181" y="4065214"/>
              <a:ext cx="1261560" cy="1261560"/>
              <a:chOff x="0" y="0"/>
              <a:chExt cx="812800" cy="812800"/>
            </a:xfrm>
          </p:grpSpPr>
          <p:sp>
            <p:nvSpPr>
              <p:cNvPr id="12" name="Freeform 5">
                <a:extLst>
                  <a:ext uri="{FF2B5EF4-FFF2-40B4-BE49-F238E27FC236}">
                    <a16:creationId xmlns:a16="http://schemas.microsoft.com/office/drawing/2014/main" id="{92CAD085-9EA8-DA0B-B35B-7C1F84389E4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A6A6A6"/>
                </a:solidFill>
                <a:prstDash val="solid"/>
                <a:miter/>
              </a:ln>
            </p:spPr>
            <p:txBody>
              <a:bodyPr/>
              <a:lstStyle/>
              <a:p>
                <a:endParaRPr lang="en-US"/>
              </a:p>
            </p:txBody>
          </p:sp>
          <p:sp>
            <p:nvSpPr>
              <p:cNvPr id="13" name="TextBox 12">
                <a:extLst>
                  <a:ext uri="{FF2B5EF4-FFF2-40B4-BE49-F238E27FC236}">
                    <a16:creationId xmlns:a16="http://schemas.microsoft.com/office/drawing/2014/main" id="{DA756DC3-1270-23E7-E8AE-3BC279ED622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19">
              <a:extLst>
                <a:ext uri="{FF2B5EF4-FFF2-40B4-BE49-F238E27FC236}">
                  <a16:creationId xmlns:a16="http://schemas.microsoft.com/office/drawing/2014/main" id="{54C8BBCC-CE51-6B84-AA1F-532044C6A65E}"/>
                </a:ext>
              </a:extLst>
            </p:cNvPr>
            <p:cNvSpPr txBox="1"/>
            <p:nvPr/>
          </p:nvSpPr>
          <p:spPr>
            <a:xfrm>
              <a:off x="2955825" y="4234329"/>
              <a:ext cx="466272" cy="923330"/>
            </a:xfrm>
            <a:prstGeom prst="rect">
              <a:avLst/>
            </a:prstGeom>
            <a:noFill/>
          </p:spPr>
          <p:txBody>
            <a:bodyPr wrap="square" rtlCol="0">
              <a:spAutoFit/>
            </a:bodyPr>
            <a:lstStyle/>
            <a:p>
              <a:r>
                <a:rPr lang="en-US" sz="5400" dirty="0"/>
                <a:t>2</a:t>
              </a:r>
            </a:p>
          </p:txBody>
        </p:sp>
      </p:grpSp>
      <p:grpSp>
        <p:nvGrpSpPr>
          <p:cNvPr id="23" name="Group 22">
            <a:extLst>
              <a:ext uri="{FF2B5EF4-FFF2-40B4-BE49-F238E27FC236}">
                <a16:creationId xmlns:a16="http://schemas.microsoft.com/office/drawing/2014/main" id="{4E1D554B-D079-245F-D091-01DA2120F6F0}"/>
              </a:ext>
            </a:extLst>
          </p:cNvPr>
          <p:cNvGrpSpPr/>
          <p:nvPr/>
        </p:nvGrpSpPr>
        <p:grpSpPr>
          <a:xfrm>
            <a:off x="3445366" y="5274257"/>
            <a:ext cx="1261560" cy="1261560"/>
            <a:chOff x="4664218" y="5326774"/>
            <a:chExt cx="1261560" cy="1261560"/>
          </a:xfrm>
        </p:grpSpPr>
        <p:grpSp>
          <p:nvGrpSpPr>
            <p:cNvPr id="16" name="Group 4">
              <a:extLst>
                <a:ext uri="{FF2B5EF4-FFF2-40B4-BE49-F238E27FC236}">
                  <a16:creationId xmlns:a16="http://schemas.microsoft.com/office/drawing/2014/main" id="{EAAA0BBE-13C4-E126-15A8-0C505B06DB4F}"/>
                </a:ext>
              </a:extLst>
            </p:cNvPr>
            <p:cNvGrpSpPr/>
            <p:nvPr/>
          </p:nvGrpSpPr>
          <p:grpSpPr>
            <a:xfrm>
              <a:off x="4664218" y="5326774"/>
              <a:ext cx="1261560" cy="1261560"/>
              <a:chOff x="0" y="0"/>
              <a:chExt cx="812800" cy="812800"/>
            </a:xfrm>
          </p:grpSpPr>
          <p:sp>
            <p:nvSpPr>
              <p:cNvPr id="17" name="Freeform 5">
                <a:extLst>
                  <a:ext uri="{FF2B5EF4-FFF2-40B4-BE49-F238E27FC236}">
                    <a16:creationId xmlns:a16="http://schemas.microsoft.com/office/drawing/2014/main" id="{F673C2BD-3048-EC92-4E00-80DB341E477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A6A6A6"/>
                </a:solidFill>
                <a:prstDash val="solid"/>
                <a:miter/>
              </a:ln>
            </p:spPr>
            <p:txBody>
              <a:bodyPr/>
              <a:lstStyle/>
              <a:p>
                <a:endParaRPr lang="en-US"/>
              </a:p>
            </p:txBody>
          </p:sp>
          <p:sp>
            <p:nvSpPr>
              <p:cNvPr id="18" name="TextBox 17">
                <a:extLst>
                  <a:ext uri="{FF2B5EF4-FFF2-40B4-BE49-F238E27FC236}">
                    <a16:creationId xmlns:a16="http://schemas.microsoft.com/office/drawing/2014/main" id="{01288BF2-C17C-35C1-800C-67AF4700A96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20">
              <a:extLst>
                <a:ext uri="{FF2B5EF4-FFF2-40B4-BE49-F238E27FC236}">
                  <a16:creationId xmlns:a16="http://schemas.microsoft.com/office/drawing/2014/main" id="{D0B39049-C290-5995-0A8A-162AE69C75CF}"/>
                </a:ext>
              </a:extLst>
            </p:cNvPr>
            <p:cNvSpPr txBox="1"/>
            <p:nvPr/>
          </p:nvSpPr>
          <p:spPr>
            <a:xfrm>
              <a:off x="5061862" y="5495889"/>
              <a:ext cx="466272" cy="923330"/>
            </a:xfrm>
            <a:prstGeom prst="rect">
              <a:avLst/>
            </a:prstGeom>
            <a:noFill/>
          </p:spPr>
          <p:txBody>
            <a:bodyPr wrap="square" rtlCol="0">
              <a:spAutoFit/>
            </a:bodyPr>
            <a:lstStyle/>
            <a:p>
              <a:r>
                <a:rPr lang="en-US" sz="5400" dirty="0"/>
                <a:t>3</a:t>
              </a:r>
            </a:p>
          </p:txBody>
        </p:sp>
      </p:grpSp>
      <p:grpSp>
        <p:nvGrpSpPr>
          <p:cNvPr id="24" name="Group 23">
            <a:extLst>
              <a:ext uri="{FF2B5EF4-FFF2-40B4-BE49-F238E27FC236}">
                <a16:creationId xmlns:a16="http://schemas.microsoft.com/office/drawing/2014/main" id="{22FD13E9-5B4F-FE81-B298-8AEA0FFC0E5C}"/>
              </a:ext>
            </a:extLst>
          </p:cNvPr>
          <p:cNvGrpSpPr/>
          <p:nvPr/>
        </p:nvGrpSpPr>
        <p:grpSpPr>
          <a:xfrm>
            <a:off x="2581451" y="2532464"/>
            <a:ext cx="3637442" cy="1116772"/>
            <a:chOff x="275648" y="2254767"/>
            <a:chExt cx="4946228" cy="1518594"/>
          </a:xfrm>
        </p:grpSpPr>
        <p:grpSp>
          <p:nvGrpSpPr>
            <p:cNvPr id="25" name="Group 13">
              <a:extLst>
                <a:ext uri="{FF2B5EF4-FFF2-40B4-BE49-F238E27FC236}">
                  <a16:creationId xmlns:a16="http://schemas.microsoft.com/office/drawing/2014/main" id="{5EE11418-1C8F-7099-3261-D936BA6F9E70}"/>
                </a:ext>
              </a:extLst>
            </p:cNvPr>
            <p:cNvGrpSpPr/>
            <p:nvPr/>
          </p:nvGrpSpPr>
          <p:grpSpPr>
            <a:xfrm>
              <a:off x="275648" y="2254767"/>
              <a:ext cx="4946228" cy="1518594"/>
              <a:chOff x="-203098" y="-38100"/>
              <a:chExt cx="1952781" cy="599545"/>
            </a:xfrm>
          </p:grpSpPr>
          <p:sp>
            <p:nvSpPr>
              <p:cNvPr id="28" name="Freeform 14">
                <a:extLst>
                  <a:ext uri="{FF2B5EF4-FFF2-40B4-BE49-F238E27FC236}">
                    <a16:creationId xmlns:a16="http://schemas.microsoft.com/office/drawing/2014/main" id="{13D780BC-7C96-6CE4-A7C8-2E4802446B2B}"/>
                  </a:ext>
                </a:extLst>
              </p:cNvPr>
              <p:cNvSpPr/>
              <p:nvPr/>
            </p:nvSpPr>
            <p:spPr>
              <a:xfrm>
                <a:off x="-203098" y="18777"/>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a:p>
            </p:txBody>
          </p:sp>
          <p:sp>
            <p:nvSpPr>
              <p:cNvPr id="29" name="TextBox 15">
                <a:extLst>
                  <a:ext uri="{FF2B5EF4-FFF2-40B4-BE49-F238E27FC236}">
                    <a16:creationId xmlns:a16="http://schemas.microsoft.com/office/drawing/2014/main" id="{CB26D8BA-61BA-C0AA-581C-C6FBD7F12748}"/>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27" name="TextBox 17">
              <a:extLst>
                <a:ext uri="{FF2B5EF4-FFF2-40B4-BE49-F238E27FC236}">
                  <a16:creationId xmlns:a16="http://schemas.microsoft.com/office/drawing/2014/main" id="{60DD7AA8-13EB-96D1-19A9-203D9866B61F}"/>
                </a:ext>
              </a:extLst>
            </p:cNvPr>
            <p:cNvSpPr txBox="1"/>
            <p:nvPr/>
          </p:nvSpPr>
          <p:spPr>
            <a:xfrm>
              <a:off x="442444" y="2916125"/>
              <a:ext cx="4098207" cy="359227"/>
            </a:xfrm>
            <a:prstGeom prst="rect">
              <a:avLst/>
            </a:prstGeom>
          </p:spPr>
          <p:txBody>
            <a:bodyPr wrap="square" lIns="0" tIns="0" rIns="0" bIns="0" rtlCol="0" anchor="t">
              <a:spAutoFit/>
            </a:bodyPr>
            <a:lstStyle/>
            <a:p>
              <a:pPr algn="l">
                <a:lnSpc>
                  <a:spcPts val="2159"/>
                </a:lnSpc>
              </a:pPr>
              <a:r>
                <a:rPr lang="en-US" b="1" i="1" spc="-53" dirty="0">
                  <a:solidFill>
                    <a:srgbClr val="1B1B1B"/>
                  </a:solidFill>
                  <a:latin typeface="Helvetica World Bold Italics"/>
                  <a:ea typeface="Helvetica World Bold Italics"/>
                  <a:cs typeface="Helvetica World Bold Italics"/>
                  <a:sym typeface="Helvetica World Bold Italics"/>
                </a:rPr>
                <a:t>We Handled Missing Data</a:t>
              </a:r>
            </a:p>
          </p:txBody>
        </p:sp>
      </p:grpSp>
      <p:grpSp>
        <p:nvGrpSpPr>
          <p:cNvPr id="30" name="Group 29">
            <a:extLst>
              <a:ext uri="{FF2B5EF4-FFF2-40B4-BE49-F238E27FC236}">
                <a16:creationId xmlns:a16="http://schemas.microsoft.com/office/drawing/2014/main" id="{9841053E-56DF-0B82-5A17-895FB1BBA10E}"/>
              </a:ext>
            </a:extLst>
          </p:cNvPr>
          <p:cNvGrpSpPr/>
          <p:nvPr/>
        </p:nvGrpSpPr>
        <p:grpSpPr>
          <a:xfrm>
            <a:off x="3724739" y="3920400"/>
            <a:ext cx="3637442" cy="1116772"/>
            <a:chOff x="275648" y="2254767"/>
            <a:chExt cx="4946228" cy="1518594"/>
          </a:xfrm>
        </p:grpSpPr>
        <p:grpSp>
          <p:nvGrpSpPr>
            <p:cNvPr id="31" name="Group 13">
              <a:extLst>
                <a:ext uri="{FF2B5EF4-FFF2-40B4-BE49-F238E27FC236}">
                  <a16:creationId xmlns:a16="http://schemas.microsoft.com/office/drawing/2014/main" id="{8516371B-E2E5-7528-5D56-789C8ECF5BB6}"/>
                </a:ext>
              </a:extLst>
            </p:cNvPr>
            <p:cNvGrpSpPr/>
            <p:nvPr/>
          </p:nvGrpSpPr>
          <p:grpSpPr>
            <a:xfrm>
              <a:off x="275648" y="2254767"/>
              <a:ext cx="4946228" cy="1518594"/>
              <a:chOff x="-203098" y="-38100"/>
              <a:chExt cx="1952781" cy="599545"/>
            </a:xfrm>
          </p:grpSpPr>
          <p:sp>
            <p:nvSpPr>
              <p:cNvPr id="34" name="Freeform 14">
                <a:extLst>
                  <a:ext uri="{FF2B5EF4-FFF2-40B4-BE49-F238E27FC236}">
                    <a16:creationId xmlns:a16="http://schemas.microsoft.com/office/drawing/2014/main" id="{BEBE6464-873B-54F7-AE4B-022E655E9BB6}"/>
                  </a:ext>
                </a:extLst>
              </p:cNvPr>
              <p:cNvSpPr/>
              <p:nvPr/>
            </p:nvSpPr>
            <p:spPr>
              <a:xfrm>
                <a:off x="-203098" y="18777"/>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a:p>
            </p:txBody>
          </p:sp>
          <p:sp>
            <p:nvSpPr>
              <p:cNvPr id="35" name="TextBox 15">
                <a:extLst>
                  <a:ext uri="{FF2B5EF4-FFF2-40B4-BE49-F238E27FC236}">
                    <a16:creationId xmlns:a16="http://schemas.microsoft.com/office/drawing/2014/main" id="{7C3D4808-32EB-28D8-994E-E789CC0B4DCE}"/>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32" name="TextBox 17">
              <a:extLst>
                <a:ext uri="{FF2B5EF4-FFF2-40B4-BE49-F238E27FC236}">
                  <a16:creationId xmlns:a16="http://schemas.microsoft.com/office/drawing/2014/main" id="{5958A47E-C0AF-4FA3-96FD-606127B31661}"/>
                </a:ext>
              </a:extLst>
            </p:cNvPr>
            <p:cNvSpPr txBox="1"/>
            <p:nvPr/>
          </p:nvSpPr>
          <p:spPr>
            <a:xfrm>
              <a:off x="442444" y="2916125"/>
              <a:ext cx="4098207" cy="359227"/>
            </a:xfrm>
            <a:prstGeom prst="rect">
              <a:avLst/>
            </a:prstGeom>
          </p:spPr>
          <p:txBody>
            <a:bodyPr wrap="square" lIns="0" tIns="0" rIns="0" bIns="0" rtlCol="0" anchor="t">
              <a:spAutoFit/>
            </a:bodyPr>
            <a:lstStyle/>
            <a:p>
              <a:pPr algn="l">
                <a:lnSpc>
                  <a:spcPts val="2159"/>
                </a:lnSpc>
              </a:pPr>
              <a:r>
                <a:rPr lang="en-US" b="1" i="1" spc="-53" dirty="0">
                  <a:solidFill>
                    <a:srgbClr val="1B1B1B"/>
                  </a:solidFill>
                  <a:latin typeface="Helvetica World Bold Italics"/>
                  <a:ea typeface="Helvetica World Bold Italics"/>
                  <a:cs typeface="Helvetica World Bold Italics"/>
                  <a:sym typeface="Helvetica World Bold Italics"/>
                </a:rPr>
                <a:t>Detected Duplicated Values</a:t>
              </a:r>
            </a:p>
          </p:txBody>
        </p:sp>
      </p:grpSp>
      <p:grpSp>
        <p:nvGrpSpPr>
          <p:cNvPr id="36" name="Group 35">
            <a:extLst>
              <a:ext uri="{FF2B5EF4-FFF2-40B4-BE49-F238E27FC236}">
                <a16:creationId xmlns:a16="http://schemas.microsoft.com/office/drawing/2014/main" id="{16B0D160-0B19-2F37-730C-CAB7E8181FEB}"/>
              </a:ext>
            </a:extLst>
          </p:cNvPr>
          <p:cNvGrpSpPr/>
          <p:nvPr/>
        </p:nvGrpSpPr>
        <p:grpSpPr>
          <a:xfrm>
            <a:off x="4986299" y="5289281"/>
            <a:ext cx="3637442" cy="1116772"/>
            <a:chOff x="275648" y="2254767"/>
            <a:chExt cx="4946228" cy="1518594"/>
          </a:xfrm>
        </p:grpSpPr>
        <p:grpSp>
          <p:nvGrpSpPr>
            <p:cNvPr id="37" name="Group 13">
              <a:extLst>
                <a:ext uri="{FF2B5EF4-FFF2-40B4-BE49-F238E27FC236}">
                  <a16:creationId xmlns:a16="http://schemas.microsoft.com/office/drawing/2014/main" id="{0D912A06-B689-E6E5-E356-6B6BB1619344}"/>
                </a:ext>
              </a:extLst>
            </p:cNvPr>
            <p:cNvGrpSpPr/>
            <p:nvPr/>
          </p:nvGrpSpPr>
          <p:grpSpPr>
            <a:xfrm>
              <a:off x="275648" y="2254767"/>
              <a:ext cx="4946228" cy="1518594"/>
              <a:chOff x="-203098" y="-38100"/>
              <a:chExt cx="1952781" cy="599545"/>
            </a:xfrm>
          </p:grpSpPr>
          <p:sp>
            <p:nvSpPr>
              <p:cNvPr id="39" name="Freeform 14">
                <a:extLst>
                  <a:ext uri="{FF2B5EF4-FFF2-40B4-BE49-F238E27FC236}">
                    <a16:creationId xmlns:a16="http://schemas.microsoft.com/office/drawing/2014/main" id="{EAA984F0-1B67-199F-E3E9-D0FAA263B0D3}"/>
                  </a:ext>
                </a:extLst>
              </p:cNvPr>
              <p:cNvSpPr/>
              <p:nvPr/>
            </p:nvSpPr>
            <p:spPr>
              <a:xfrm>
                <a:off x="-203098" y="18777"/>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a:p>
            </p:txBody>
          </p:sp>
          <p:sp>
            <p:nvSpPr>
              <p:cNvPr id="40" name="TextBox 15">
                <a:extLst>
                  <a:ext uri="{FF2B5EF4-FFF2-40B4-BE49-F238E27FC236}">
                    <a16:creationId xmlns:a16="http://schemas.microsoft.com/office/drawing/2014/main" id="{EDB8E6F8-F7E9-CC93-064A-8A0426BAE6BC}"/>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38" name="TextBox 17">
              <a:extLst>
                <a:ext uri="{FF2B5EF4-FFF2-40B4-BE49-F238E27FC236}">
                  <a16:creationId xmlns:a16="http://schemas.microsoft.com/office/drawing/2014/main" id="{5F3FE0C1-C219-9EAC-73E6-77E1EE08C6F5}"/>
                </a:ext>
              </a:extLst>
            </p:cNvPr>
            <p:cNvSpPr txBox="1"/>
            <p:nvPr/>
          </p:nvSpPr>
          <p:spPr>
            <a:xfrm>
              <a:off x="442444" y="2916125"/>
              <a:ext cx="4098207" cy="359227"/>
            </a:xfrm>
            <a:prstGeom prst="rect">
              <a:avLst/>
            </a:prstGeom>
          </p:spPr>
          <p:txBody>
            <a:bodyPr wrap="square" lIns="0" tIns="0" rIns="0" bIns="0" rtlCol="0" anchor="t">
              <a:spAutoFit/>
            </a:bodyPr>
            <a:lstStyle/>
            <a:p>
              <a:pPr algn="l">
                <a:lnSpc>
                  <a:spcPts val="2159"/>
                </a:lnSpc>
              </a:pPr>
              <a:r>
                <a:rPr lang="en-US" b="1" i="1" spc="-53" dirty="0">
                  <a:solidFill>
                    <a:srgbClr val="1B1B1B"/>
                  </a:solidFill>
                  <a:latin typeface="Helvetica World Bold Italics"/>
                  <a:ea typeface="Helvetica World Bold Italics"/>
                  <a:cs typeface="Helvetica World Bold Italics"/>
                  <a:sym typeface="Helvetica World Bold Italics"/>
                </a:rPr>
                <a:t>Data Type Correction</a:t>
              </a:r>
            </a:p>
          </p:txBody>
        </p:sp>
      </p:grpSp>
      <p:pic>
        <p:nvPicPr>
          <p:cNvPr id="45" name="Picture 44" descr="A logo of a globe with a graduation cap&#10;&#10;AI-generated content may be incorrect.">
            <a:extLst>
              <a:ext uri="{FF2B5EF4-FFF2-40B4-BE49-F238E27FC236}">
                <a16:creationId xmlns:a16="http://schemas.microsoft.com/office/drawing/2014/main" id="{ECA3735E-CDE4-50A8-F9C5-13FCBDE414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mc:AlternateContent xmlns:mc="http://schemas.openxmlformats.org/markup-compatibility/2006" xmlns:pslz="http://schemas.microsoft.com/office/powerpoint/2016/slidezoom">
        <mc:Choice Requires="pslz">
          <p:graphicFrame>
            <p:nvGraphicFramePr>
              <p:cNvPr id="47" name="Slide Zoom 46">
                <a:extLst>
                  <a:ext uri="{FF2B5EF4-FFF2-40B4-BE49-F238E27FC236}">
                    <a16:creationId xmlns:a16="http://schemas.microsoft.com/office/drawing/2014/main" id="{F78ED080-6B11-02E8-72AA-3FD6C95AA887}"/>
                  </a:ext>
                </a:extLst>
              </p:cNvPr>
              <p:cNvGraphicFramePr>
                <a:graphicFrameLocks noChangeAspect="1"/>
              </p:cNvGraphicFramePr>
              <p:nvPr>
                <p:extLst>
                  <p:ext uri="{D42A27DB-BD31-4B8C-83A1-F6EECF244321}">
                    <p14:modId xmlns:p14="http://schemas.microsoft.com/office/powerpoint/2010/main" val="949398133"/>
                  </p:ext>
                </p:extLst>
              </p:nvPr>
            </p:nvGraphicFramePr>
            <p:xfrm>
              <a:off x="9209728" y="2455164"/>
              <a:ext cx="1870276" cy="1052030"/>
            </p:xfrm>
            <a:graphic>
              <a:graphicData uri="http://schemas.microsoft.com/office/powerpoint/2016/slidezoom">
                <pslz:sldZm>
                  <pslz:sldZmObj sldId="270" cId="3237882721">
                    <pslz:zmPr id="{DA17F2C0-7E52-4D37-B03E-2E3F8B8F7806}" returnToParent="0" transitionDur="1000">
                      <p166:blipFill xmlns:p166="http://schemas.microsoft.com/office/powerpoint/2016/6/main">
                        <a:blip r:embed="rId4"/>
                        <a:stretch>
                          <a:fillRect/>
                        </a:stretch>
                      </p166:blipFill>
                      <p166:spPr xmlns:p166="http://schemas.microsoft.com/office/powerpoint/2016/6/main">
                        <a:xfrm>
                          <a:off x="0" y="0"/>
                          <a:ext cx="1870276" cy="1052030"/>
                        </a:xfrm>
                        <a:prstGeom prst="rect">
                          <a:avLst/>
                        </a:prstGeom>
                        <a:ln w="3175">
                          <a:solidFill>
                            <a:prstClr val="ltGray"/>
                          </a:solidFill>
                        </a:ln>
                      </p166:spPr>
                    </pslz:zmPr>
                  </pslz:sldZmObj>
                </pslz:sldZm>
              </a:graphicData>
            </a:graphic>
          </p:graphicFrame>
        </mc:Choice>
        <mc:Fallback xmlns="">
          <p:pic>
            <p:nvPicPr>
              <p:cNvPr id="47" name="Slide Zoom 46">
                <a:hlinkClick r:id="rId5" action="ppaction://hlinksldjump"/>
                <a:extLst>
                  <a:ext uri="{FF2B5EF4-FFF2-40B4-BE49-F238E27FC236}">
                    <a16:creationId xmlns:a16="http://schemas.microsoft.com/office/drawing/2014/main" id="{F78ED080-6B11-02E8-72AA-3FD6C95AA887}"/>
                  </a:ext>
                </a:extLst>
              </p:cNvPr>
              <p:cNvPicPr>
                <a:picLocks noGrp="1" noRot="1" noChangeAspect="1" noMove="1" noResize="1" noEditPoints="1" noAdjustHandles="1" noChangeArrowheads="1" noChangeShapeType="1"/>
              </p:cNvPicPr>
              <p:nvPr/>
            </p:nvPicPr>
            <p:blipFill>
              <a:blip r:embed="rId6"/>
              <a:stretch>
                <a:fillRect/>
              </a:stretch>
            </p:blipFill>
            <p:spPr>
              <a:xfrm>
                <a:off x="9209728" y="2455164"/>
                <a:ext cx="1870276" cy="105203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49" name="Slide Zoom 48">
                <a:extLst>
                  <a:ext uri="{FF2B5EF4-FFF2-40B4-BE49-F238E27FC236}">
                    <a16:creationId xmlns:a16="http://schemas.microsoft.com/office/drawing/2014/main" id="{5951CAB3-858A-D5D1-D573-5869E7E4E2BF}"/>
                  </a:ext>
                </a:extLst>
              </p:cNvPr>
              <p:cNvGraphicFramePr>
                <a:graphicFrameLocks noChangeAspect="1"/>
              </p:cNvGraphicFramePr>
              <p:nvPr>
                <p:extLst>
                  <p:ext uri="{D42A27DB-BD31-4B8C-83A1-F6EECF244321}">
                    <p14:modId xmlns:p14="http://schemas.microsoft.com/office/powerpoint/2010/main" val="1433751814"/>
                  </p:ext>
                </p:extLst>
              </p:nvPr>
            </p:nvGraphicFramePr>
            <p:xfrm>
              <a:off x="9209728" y="3920400"/>
              <a:ext cx="1870276" cy="1052030"/>
            </p:xfrm>
            <a:graphic>
              <a:graphicData uri="http://schemas.microsoft.com/office/powerpoint/2016/slidezoom">
                <pslz:sldZm>
                  <pslz:sldZmObj sldId="271" cId="2791293488">
                    <pslz:zmPr id="{BE964883-2FBA-4E28-91B2-D6D0390838D0}" returnToParent="0" transitionDur="1000">
                      <p166:blipFill xmlns:p166="http://schemas.microsoft.com/office/powerpoint/2016/6/main">
                        <a:blip r:embed="rId7"/>
                        <a:stretch>
                          <a:fillRect/>
                        </a:stretch>
                      </p166:blipFill>
                      <p166:spPr xmlns:p166="http://schemas.microsoft.com/office/powerpoint/2016/6/main">
                        <a:xfrm>
                          <a:off x="0" y="0"/>
                          <a:ext cx="1870276" cy="1052030"/>
                        </a:xfrm>
                        <a:prstGeom prst="rect">
                          <a:avLst/>
                        </a:prstGeom>
                        <a:ln w="3175">
                          <a:solidFill>
                            <a:prstClr val="ltGray"/>
                          </a:solidFill>
                        </a:ln>
                      </p166:spPr>
                    </pslz:zmPr>
                  </pslz:sldZmObj>
                </pslz:sldZm>
              </a:graphicData>
            </a:graphic>
          </p:graphicFrame>
        </mc:Choice>
        <mc:Fallback xmlns="">
          <p:pic>
            <p:nvPicPr>
              <p:cNvPr id="49" name="Slide Zoom 48">
                <a:hlinkClick r:id="rId8" action="ppaction://hlinksldjump"/>
                <a:extLst>
                  <a:ext uri="{FF2B5EF4-FFF2-40B4-BE49-F238E27FC236}">
                    <a16:creationId xmlns:a16="http://schemas.microsoft.com/office/drawing/2014/main" id="{5951CAB3-858A-D5D1-D573-5869E7E4E2BF}"/>
                  </a:ext>
                </a:extLst>
              </p:cNvPr>
              <p:cNvPicPr>
                <a:picLocks noGrp="1" noRot="1" noChangeAspect="1" noMove="1" noResize="1" noEditPoints="1" noAdjustHandles="1" noChangeArrowheads="1" noChangeShapeType="1"/>
              </p:cNvPicPr>
              <p:nvPr/>
            </p:nvPicPr>
            <p:blipFill>
              <a:blip r:embed="rId9"/>
              <a:stretch>
                <a:fillRect/>
              </a:stretch>
            </p:blipFill>
            <p:spPr>
              <a:xfrm>
                <a:off x="9209728" y="3920400"/>
                <a:ext cx="1870276" cy="105203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1" name="Slide Zoom 50">
                <a:extLst>
                  <a:ext uri="{FF2B5EF4-FFF2-40B4-BE49-F238E27FC236}">
                    <a16:creationId xmlns:a16="http://schemas.microsoft.com/office/drawing/2014/main" id="{2A82EBCE-32A4-48D1-AE39-BF880921FA41}"/>
                  </a:ext>
                </a:extLst>
              </p:cNvPr>
              <p:cNvGraphicFramePr>
                <a:graphicFrameLocks noChangeAspect="1"/>
              </p:cNvGraphicFramePr>
              <p:nvPr>
                <p:extLst>
                  <p:ext uri="{D42A27DB-BD31-4B8C-83A1-F6EECF244321}">
                    <p14:modId xmlns:p14="http://schemas.microsoft.com/office/powerpoint/2010/main" val="2513259739"/>
                  </p:ext>
                </p:extLst>
              </p:nvPr>
            </p:nvGraphicFramePr>
            <p:xfrm>
              <a:off x="9209728" y="5282243"/>
              <a:ext cx="1870276" cy="1052030"/>
            </p:xfrm>
            <a:graphic>
              <a:graphicData uri="http://schemas.microsoft.com/office/powerpoint/2016/slidezoom">
                <pslz:sldZm>
                  <pslz:sldZmObj sldId="275" cId="3625315791">
                    <pslz:zmPr id="{B03D0B02-6B61-4CF5-90CC-8A434230996F}" transitionDur="1000">
                      <p166:blipFill xmlns:p166="http://schemas.microsoft.com/office/powerpoint/2016/6/main">
                        <a:blip r:embed="rId10"/>
                        <a:stretch>
                          <a:fillRect/>
                        </a:stretch>
                      </p166:blipFill>
                      <p166:spPr xmlns:p166="http://schemas.microsoft.com/office/powerpoint/2016/6/main">
                        <a:xfrm>
                          <a:off x="0" y="0"/>
                          <a:ext cx="1870276" cy="1052030"/>
                        </a:xfrm>
                        <a:prstGeom prst="rect">
                          <a:avLst/>
                        </a:prstGeom>
                        <a:ln w="3175">
                          <a:solidFill>
                            <a:prstClr val="ltGray"/>
                          </a:solidFill>
                        </a:ln>
                      </p166:spPr>
                    </pslz:zmPr>
                  </pslz:sldZmObj>
                </pslz:sldZm>
              </a:graphicData>
            </a:graphic>
          </p:graphicFrame>
        </mc:Choice>
        <mc:Fallback xmlns="">
          <p:pic>
            <p:nvPicPr>
              <p:cNvPr id="51" name="Slide Zoom 50">
                <a:hlinkClick r:id="rId11" action="ppaction://hlinksldjump"/>
                <a:extLst>
                  <a:ext uri="{FF2B5EF4-FFF2-40B4-BE49-F238E27FC236}">
                    <a16:creationId xmlns:a16="http://schemas.microsoft.com/office/drawing/2014/main" id="{2A82EBCE-32A4-48D1-AE39-BF880921FA41}"/>
                  </a:ext>
                </a:extLst>
              </p:cNvPr>
              <p:cNvPicPr>
                <a:picLocks noGrp="1" noRot="1" noChangeAspect="1" noMove="1" noResize="1" noEditPoints="1" noAdjustHandles="1" noChangeArrowheads="1" noChangeShapeType="1"/>
              </p:cNvPicPr>
              <p:nvPr/>
            </p:nvPicPr>
            <p:blipFill>
              <a:blip r:embed="rId12"/>
              <a:stretch>
                <a:fillRect/>
              </a:stretch>
            </p:blipFill>
            <p:spPr>
              <a:xfrm>
                <a:off x="9209728" y="5282243"/>
                <a:ext cx="1870276" cy="1052030"/>
              </a:xfrm>
              <a:prstGeom prst="rect">
                <a:avLst/>
              </a:prstGeom>
              <a:ln w="3175">
                <a:solidFill>
                  <a:prstClr val="ltGray"/>
                </a:solidFill>
              </a:ln>
            </p:spPr>
          </p:pic>
        </mc:Fallback>
      </mc:AlternateContent>
    </p:spTree>
    <p:extLst>
      <p:ext uri="{BB962C8B-B14F-4D97-AF65-F5344CB8AC3E}">
        <p14:creationId xmlns:p14="http://schemas.microsoft.com/office/powerpoint/2010/main" val="871821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4FB59-7BB3-4EF1-9320-122E50A80D1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512B20C-7934-A04E-45FB-F2ACACACD4CB}"/>
              </a:ext>
            </a:extLst>
          </p:cNvPr>
          <p:cNvSpPr txBox="1"/>
          <p:nvPr/>
        </p:nvSpPr>
        <p:spPr>
          <a:xfrm>
            <a:off x="2814138" y="1372049"/>
            <a:ext cx="6563724" cy="923330"/>
          </a:xfrm>
          <a:prstGeom prst="rect">
            <a:avLst/>
          </a:prstGeom>
          <a:noFill/>
        </p:spPr>
        <p:txBody>
          <a:bodyPr wrap="square">
            <a:spAutoFit/>
          </a:bodyPr>
          <a:lstStyle/>
          <a:p>
            <a:r>
              <a:rPr lang="en-US" sz="5400" b="1" dirty="0"/>
              <a:t>Excel Preprocessing</a:t>
            </a:r>
          </a:p>
        </p:txBody>
      </p:sp>
      <p:grpSp>
        <p:nvGrpSpPr>
          <p:cNvPr id="8" name="Group 7">
            <a:extLst>
              <a:ext uri="{FF2B5EF4-FFF2-40B4-BE49-F238E27FC236}">
                <a16:creationId xmlns:a16="http://schemas.microsoft.com/office/drawing/2014/main" id="{B51FA7DA-017A-4F22-DDAC-5F3ECDFC2920}"/>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D756BC6B-8039-A596-FD87-CD842F6E5716}"/>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EED3A4AF-7DD6-AA7B-6DF4-8E4265E923F7}"/>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D9B5EC03-36EB-1BA9-2C62-3BED59693D14}"/>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sp>
        <p:nvSpPr>
          <p:cNvPr id="33" name="TextBox 16">
            <a:extLst>
              <a:ext uri="{FF2B5EF4-FFF2-40B4-BE49-F238E27FC236}">
                <a16:creationId xmlns:a16="http://schemas.microsoft.com/office/drawing/2014/main" id="{AA4CFF73-5770-09EA-1CA1-13BBAE661894}"/>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a:p>
        </p:txBody>
      </p:sp>
      <p:pic>
        <p:nvPicPr>
          <p:cNvPr id="2" name="Picture 1" descr="A black background with a black square&#10;&#10;AI-generated content may be incorrect.">
            <a:extLst>
              <a:ext uri="{FF2B5EF4-FFF2-40B4-BE49-F238E27FC236}">
                <a16:creationId xmlns:a16="http://schemas.microsoft.com/office/drawing/2014/main" id="{36BC71B5-B5DD-9C1E-6085-0AE3312AB1D7}"/>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213695"/>
            <a:ext cx="537985" cy="537985"/>
          </a:xfrm>
          <a:prstGeom prst="rect">
            <a:avLst/>
          </a:prstGeom>
        </p:spPr>
      </p:pic>
      <p:pic>
        <p:nvPicPr>
          <p:cNvPr id="15" name="Picture 14">
            <a:extLst>
              <a:ext uri="{FF2B5EF4-FFF2-40B4-BE49-F238E27FC236}">
                <a16:creationId xmlns:a16="http://schemas.microsoft.com/office/drawing/2014/main" id="{8533ED03-EB4E-8045-7F94-C42FDEA36384}"/>
              </a:ext>
            </a:extLst>
          </p:cNvPr>
          <p:cNvPicPr>
            <a:picLocks noChangeAspect="1"/>
          </p:cNvPicPr>
          <p:nvPr/>
        </p:nvPicPr>
        <p:blipFill>
          <a:blip r:embed="rId3"/>
          <a:srcRect l="3794" t="20505" r="-253" b="7276"/>
          <a:stretch/>
        </p:blipFill>
        <p:spPr>
          <a:xfrm>
            <a:off x="1396314" y="2529645"/>
            <a:ext cx="9399371" cy="3956540"/>
          </a:xfrm>
          <a:prstGeom prst="rect">
            <a:avLst/>
          </a:prstGeom>
        </p:spPr>
      </p:pic>
      <p:pic>
        <p:nvPicPr>
          <p:cNvPr id="16" name="Picture 15" descr="A logo of a globe with a graduation cap&#10;&#10;AI-generated content may be incorrect.">
            <a:extLst>
              <a:ext uri="{FF2B5EF4-FFF2-40B4-BE49-F238E27FC236}">
                <a16:creationId xmlns:a16="http://schemas.microsoft.com/office/drawing/2014/main" id="{C3D7DCDC-C311-AAB9-10F6-ABC914173C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spTree>
    <p:extLst>
      <p:ext uri="{BB962C8B-B14F-4D97-AF65-F5344CB8AC3E}">
        <p14:creationId xmlns:p14="http://schemas.microsoft.com/office/powerpoint/2010/main" val="3237882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4FB59-7BB3-4EF1-9320-122E50A80D1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512B20C-7934-A04E-45FB-F2ACACACD4CB}"/>
              </a:ext>
            </a:extLst>
          </p:cNvPr>
          <p:cNvSpPr txBox="1"/>
          <p:nvPr/>
        </p:nvSpPr>
        <p:spPr>
          <a:xfrm>
            <a:off x="3221901" y="1291838"/>
            <a:ext cx="5495673" cy="923330"/>
          </a:xfrm>
          <a:prstGeom prst="rect">
            <a:avLst/>
          </a:prstGeom>
          <a:noFill/>
        </p:spPr>
        <p:txBody>
          <a:bodyPr wrap="square">
            <a:spAutoFit/>
          </a:bodyPr>
          <a:lstStyle/>
          <a:p>
            <a:r>
              <a:rPr lang="en-US" sz="5400" b="1" dirty="0"/>
              <a:t>Excel Dashboard</a:t>
            </a:r>
          </a:p>
        </p:txBody>
      </p:sp>
      <p:grpSp>
        <p:nvGrpSpPr>
          <p:cNvPr id="8" name="Group 7">
            <a:extLst>
              <a:ext uri="{FF2B5EF4-FFF2-40B4-BE49-F238E27FC236}">
                <a16:creationId xmlns:a16="http://schemas.microsoft.com/office/drawing/2014/main" id="{B51FA7DA-017A-4F22-DDAC-5F3ECDFC2920}"/>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D756BC6B-8039-A596-FD87-CD842F6E5716}"/>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EED3A4AF-7DD6-AA7B-6DF4-8E4265E923F7}"/>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D9B5EC03-36EB-1BA9-2C62-3BED59693D14}"/>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sp>
        <p:nvSpPr>
          <p:cNvPr id="33" name="TextBox 16">
            <a:extLst>
              <a:ext uri="{FF2B5EF4-FFF2-40B4-BE49-F238E27FC236}">
                <a16:creationId xmlns:a16="http://schemas.microsoft.com/office/drawing/2014/main" id="{AA4CFF73-5770-09EA-1CA1-13BBAE661894}"/>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a:p>
        </p:txBody>
      </p:sp>
      <p:pic>
        <p:nvPicPr>
          <p:cNvPr id="2" name="Picture 1" descr="A black background with a black square&#10;&#10;AI-generated content may be incorrect.">
            <a:extLst>
              <a:ext uri="{FF2B5EF4-FFF2-40B4-BE49-F238E27FC236}">
                <a16:creationId xmlns:a16="http://schemas.microsoft.com/office/drawing/2014/main" id="{36BC71B5-B5DD-9C1E-6085-0AE3312AB1D7}"/>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213695"/>
            <a:ext cx="537985" cy="537985"/>
          </a:xfrm>
          <a:prstGeom prst="rect">
            <a:avLst/>
          </a:prstGeom>
        </p:spPr>
      </p:pic>
      <p:pic>
        <p:nvPicPr>
          <p:cNvPr id="6" name="Picture 5" descr="A logo of a globe with a graduation cap&#10;&#10;AI-generated content may be incorrect.">
            <a:extLst>
              <a:ext uri="{FF2B5EF4-FFF2-40B4-BE49-F238E27FC236}">
                <a16:creationId xmlns:a16="http://schemas.microsoft.com/office/drawing/2014/main" id="{F216A73D-1773-F871-7B3B-24E6658BC4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CD512D49-9630-D131-75CC-D1DB43F4DE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6065" y="2299431"/>
            <a:ext cx="8799870" cy="2906684"/>
          </a:xfrm>
          <a:prstGeom prst="rect">
            <a:avLst/>
          </a:prstGeom>
        </p:spPr>
      </p:pic>
      <mc:AlternateContent xmlns:mc="http://schemas.openxmlformats.org/markup-compatibility/2006" xmlns:pslz="http://schemas.microsoft.com/office/powerpoint/2016/slidezoom">
        <mc:Choice Requires="pslz">
          <p:graphicFrame>
            <p:nvGraphicFramePr>
              <p:cNvPr id="12" name="Slide Zoom 11">
                <a:extLst>
                  <a:ext uri="{FF2B5EF4-FFF2-40B4-BE49-F238E27FC236}">
                    <a16:creationId xmlns:a16="http://schemas.microsoft.com/office/drawing/2014/main" id="{0A87EC5A-BE58-971D-46F9-DBA74B6DE3AB}"/>
                  </a:ext>
                </a:extLst>
              </p:cNvPr>
              <p:cNvGraphicFramePr>
                <a:graphicFrameLocks noChangeAspect="1"/>
              </p:cNvGraphicFramePr>
              <p:nvPr>
                <p:extLst>
                  <p:ext uri="{D42A27DB-BD31-4B8C-83A1-F6EECF244321}">
                    <p14:modId xmlns:p14="http://schemas.microsoft.com/office/powerpoint/2010/main" val="822451596"/>
                  </p:ext>
                </p:extLst>
              </p:nvPr>
            </p:nvGraphicFramePr>
            <p:xfrm>
              <a:off x="9716469" y="5374639"/>
              <a:ext cx="2200226" cy="1237627"/>
            </p:xfrm>
            <a:graphic>
              <a:graphicData uri="http://schemas.microsoft.com/office/powerpoint/2016/slidezoom">
                <pslz:sldZm>
                  <pslz:sldZmObj sldId="279" cId="551239813">
                    <pslz:zmPr id="{9DFC273D-C8AF-4C96-8B16-5457571E125C}" returnToParent="0" transitionDur="1000">
                      <p166:blipFill xmlns:p166="http://schemas.microsoft.com/office/powerpoint/2016/6/main">
                        <a:blip r:embed="rId5"/>
                        <a:stretch>
                          <a:fillRect/>
                        </a:stretch>
                      </p166:blipFill>
                      <p166:spPr xmlns:p166="http://schemas.microsoft.com/office/powerpoint/2016/6/main">
                        <a:xfrm>
                          <a:off x="0" y="0"/>
                          <a:ext cx="2200226" cy="1237627"/>
                        </a:xfrm>
                        <a:prstGeom prst="rect">
                          <a:avLst/>
                        </a:prstGeom>
                        <a:ln w="3175">
                          <a:solidFill>
                            <a:prstClr val="ltGray"/>
                          </a:solidFill>
                        </a:ln>
                      </p166:spPr>
                    </pslz:zmPr>
                  </pslz:sldZmObj>
                </pslz:sldZm>
              </a:graphicData>
            </a:graphic>
          </p:graphicFrame>
        </mc:Choice>
        <mc:Fallback xmlns="">
          <p:pic>
            <p:nvPicPr>
              <p:cNvPr id="12" name="Slide Zoom 11">
                <a:hlinkClick r:id="rId6" action="ppaction://hlinksldjump"/>
                <a:extLst>
                  <a:ext uri="{FF2B5EF4-FFF2-40B4-BE49-F238E27FC236}">
                    <a16:creationId xmlns:a16="http://schemas.microsoft.com/office/drawing/2014/main" id="{0A87EC5A-BE58-971D-46F9-DBA74B6DE3AB}"/>
                  </a:ext>
                </a:extLst>
              </p:cNvPr>
              <p:cNvPicPr>
                <a:picLocks noGrp="1" noRot="1" noChangeAspect="1" noMove="1" noResize="1" noEditPoints="1" noAdjustHandles="1" noChangeArrowheads="1" noChangeShapeType="1"/>
              </p:cNvPicPr>
              <p:nvPr/>
            </p:nvPicPr>
            <p:blipFill>
              <a:blip r:embed="rId7"/>
              <a:stretch>
                <a:fillRect/>
              </a:stretch>
            </p:blipFill>
            <p:spPr>
              <a:xfrm>
                <a:off x="9716469" y="5374639"/>
                <a:ext cx="2200226" cy="1237627"/>
              </a:xfrm>
              <a:prstGeom prst="rect">
                <a:avLst/>
              </a:prstGeom>
              <a:ln w="3175">
                <a:solidFill>
                  <a:prstClr val="ltGray"/>
                </a:solidFill>
              </a:ln>
            </p:spPr>
          </p:pic>
        </mc:Fallback>
      </mc:AlternateContent>
    </p:spTree>
    <p:extLst>
      <p:ext uri="{BB962C8B-B14F-4D97-AF65-F5344CB8AC3E}">
        <p14:creationId xmlns:p14="http://schemas.microsoft.com/office/powerpoint/2010/main" val="2791293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4FB59-7BB3-4EF1-9320-122E50A80D1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512B20C-7934-A04E-45FB-F2ACACACD4CB}"/>
              </a:ext>
            </a:extLst>
          </p:cNvPr>
          <p:cNvSpPr txBox="1"/>
          <p:nvPr/>
        </p:nvSpPr>
        <p:spPr>
          <a:xfrm>
            <a:off x="3221901" y="1291838"/>
            <a:ext cx="5495673" cy="923330"/>
          </a:xfrm>
          <a:prstGeom prst="rect">
            <a:avLst/>
          </a:prstGeom>
          <a:noFill/>
        </p:spPr>
        <p:txBody>
          <a:bodyPr wrap="square">
            <a:spAutoFit/>
          </a:bodyPr>
          <a:lstStyle/>
          <a:p>
            <a:r>
              <a:rPr lang="en-US" sz="5400" b="1" dirty="0"/>
              <a:t>Excel Dashboard</a:t>
            </a:r>
          </a:p>
        </p:txBody>
      </p:sp>
      <p:grpSp>
        <p:nvGrpSpPr>
          <p:cNvPr id="8" name="Group 7">
            <a:extLst>
              <a:ext uri="{FF2B5EF4-FFF2-40B4-BE49-F238E27FC236}">
                <a16:creationId xmlns:a16="http://schemas.microsoft.com/office/drawing/2014/main" id="{B51FA7DA-017A-4F22-DDAC-5F3ECDFC2920}"/>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D756BC6B-8039-A596-FD87-CD842F6E5716}"/>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EED3A4AF-7DD6-AA7B-6DF4-8E4265E923F7}"/>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D9B5EC03-36EB-1BA9-2C62-3BED59693D14}"/>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sp>
        <p:nvSpPr>
          <p:cNvPr id="33" name="TextBox 16">
            <a:extLst>
              <a:ext uri="{FF2B5EF4-FFF2-40B4-BE49-F238E27FC236}">
                <a16:creationId xmlns:a16="http://schemas.microsoft.com/office/drawing/2014/main" id="{AA4CFF73-5770-09EA-1CA1-13BBAE661894}"/>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a:p>
        </p:txBody>
      </p:sp>
      <p:pic>
        <p:nvPicPr>
          <p:cNvPr id="2" name="Picture 1" descr="A black background with a black square&#10;&#10;AI-generated content may be incorrect.">
            <a:extLst>
              <a:ext uri="{FF2B5EF4-FFF2-40B4-BE49-F238E27FC236}">
                <a16:creationId xmlns:a16="http://schemas.microsoft.com/office/drawing/2014/main" id="{36BC71B5-B5DD-9C1E-6085-0AE3312AB1D7}"/>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213695"/>
            <a:ext cx="537985" cy="537985"/>
          </a:xfrm>
          <a:prstGeom prst="rect">
            <a:avLst/>
          </a:prstGeom>
        </p:spPr>
      </p:pic>
      <p:pic>
        <p:nvPicPr>
          <p:cNvPr id="6" name="Picture 5" descr="A logo of a globe with a graduation cap&#10;&#10;AI-generated content may be incorrect.">
            <a:extLst>
              <a:ext uri="{FF2B5EF4-FFF2-40B4-BE49-F238E27FC236}">
                <a16:creationId xmlns:a16="http://schemas.microsoft.com/office/drawing/2014/main" id="{F216A73D-1773-F871-7B3B-24E6658BC4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2296CB6A-B882-0FAD-2FC9-E6D6A05E53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60656" y="2567083"/>
            <a:ext cx="9670688" cy="3136242"/>
          </a:xfrm>
          <a:prstGeom prst="rect">
            <a:avLst/>
          </a:prstGeom>
        </p:spPr>
      </p:pic>
      <mc:AlternateContent xmlns:mc="http://schemas.openxmlformats.org/markup-compatibility/2006" xmlns:pslz="http://schemas.microsoft.com/office/powerpoint/2016/slidezoom">
        <mc:Choice Requires="pslz">
          <p:graphicFrame>
            <p:nvGraphicFramePr>
              <p:cNvPr id="12" name="Slide Zoom 11">
                <a:extLst>
                  <a:ext uri="{FF2B5EF4-FFF2-40B4-BE49-F238E27FC236}">
                    <a16:creationId xmlns:a16="http://schemas.microsoft.com/office/drawing/2014/main" id="{9FF65495-9DA2-D7BB-122C-13ADDBB6C435}"/>
                  </a:ext>
                </a:extLst>
              </p:cNvPr>
              <p:cNvGraphicFramePr>
                <a:graphicFrameLocks noChangeAspect="1"/>
              </p:cNvGraphicFramePr>
              <p:nvPr>
                <p:extLst>
                  <p:ext uri="{D42A27DB-BD31-4B8C-83A1-F6EECF244321}">
                    <p14:modId xmlns:p14="http://schemas.microsoft.com/office/powerpoint/2010/main" val="1565556273"/>
                  </p:ext>
                </p:extLst>
              </p:nvPr>
            </p:nvGraphicFramePr>
            <p:xfrm>
              <a:off x="10485841" y="5834214"/>
              <a:ext cx="1524000" cy="857250"/>
            </p:xfrm>
            <a:graphic>
              <a:graphicData uri="http://schemas.microsoft.com/office/powerpoint/2016/slidezoom">
                <pslz:sldZm>
                  <pslz:sldZmObj sldId="275" cId="3625315791">
                    <pslz:zmPr id="{4A3E058D-78A8-4BD2-8271-8F3D7D3FCDB0}" returnToParent="0" transitionDur="1000">
                      <p166:blipFill xmlns:p166="http://schemas.microsoft.com/office/powerpoint/2016/6/main">
                        <a:blip r:embed="rId5"/>
                        <a:stretch>
                          <a:fillRect/>
                        </a:stretch>
                      </p166:blipFill>
                      <p166:spPr xmlns:p166="http://schemas.microsoft.com/office/powerpoint/2016/6/main">
                        <a:xfrm>
                          <a:off x="0" y="0"/>
                          <a:ext cx="1524000" cy="857250"/>
                        </a:xfrm>
                        <a:prstGeom prst="rect">
                          <a:avLst/>
                        </a:prstGeom>
                        <a:ln w="3175">
                          <a:solidFill>
                            <a:prstClr val="ltGray"/>
                          </a:solidFill>
                        </a:ln>
                      </p166:spPr>
                    </pslz:zmPr>
                  </pslz:sldZmObj>
                </pslz:sldZm>
              </a:graphicData>
            </a:graphic>
          </p:graphicFrame>
        </mc:Choice>
        <mc:Fallback xmlns="">
          <p:pic>
            <p:nvPicPr>
              <p:cNvPr id="12" name="Slide Zoom 11">
                <a:hlinkClick r:id="rId6" action="ppaction://hlinksldjump"/>
                <a:extLst>
                  <a:ext uri="{FF2B5EF4-FFF2-40B4-BE49-F238E27FC236}">
                    <a16:creationId xmlns:a16="http://schemas.microsoft.com/office/drawing/2014/main" id="{9FF65495-9DA2-D7BB-122C-13ADDBB6C435}"/>
                  </a:ext>
                </a:extLst>
              </p:cNvPr>
              <p:cNvPicPr>
                <a:picLocks noGrp="1" noRot="1" noChangeAspect="1" noMove="1" noResize="1" noEditPoints="1" noAdjustHandles="1" noChangeArrowheads="1" noChangeShapeType="1"/>
              </p:cNvPicPr>
              <p:nvPr/>
            </p:nvPicPr>
            <p:blipFill>
              <a:blip r:embed="rId7"/>
              <a:stretch>
                <a:fillRect/>
              </a:stretch>
            </p:blipFill>
            <p:spPr>
              <a:xfrm>
                <a:off x="10485841" y="5834214"/>
                <a:ext cx="1524000" cy="857250"/>
              </a:xfrm>
              <a:prstGeom prst="rect">
                <a:avLst/>
              </a:prstGeom>
              <a:ln w="3175">
                <a:solidFill>
                  <a:prstClr val="ltGray"/>
                </a:solidFill>
              </a:ln>
            </p:spPr>
          </p:pic>
        </mc:Fallback>
      </mc:AlternateContent>
    </p:spTree>
    <p:extLst>
      <p:ext uri="{BB962C8B-B14F-4D97-AF65-F5344CB8AC3E}">
        <p14:creationId xmlns:p14="http://schemas.microsoft.com/office/powerpoint/2010/main" val="551239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4FB59-7BB3-4EF1-9320-122E50A80D1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512B20C-7934-A04E-45FB-F2ACACACD4CB}"/>
              </a:ext>
            </a:extLst>
          </p:cNvPr>
          <p:cNvSpPr txBox="1"/>
          <p:nvPr/>
        </p:nvSpPr>
        <p:spPr>
          <a:xfrm>
            <a:off x="3602245" y="1260527"/>
            <a:ext cx="4734983" cy="923330"/>
          </a:xfrm>
          <a:prstGeom prst="rect">
            <a:avLst/>
          </a:prstGeom>
          <a:noFill/>
        </p:spPr>
        <p:txBody>
          <a:bodyPr wrap="square">
            <a:spAutoFit/>
          </a:bodyPr>
          <a:lstStyle/>
          <a:p>
            <a:r>
              <a:rPr lang="en-US" sz="5400" b="1" dirty="0"/>
              <a:t>Data Modeling</a:t>
            </a:r>
          </a:p>
        </p:txBody>
      </p:sp>
      <p:grpSp>
        <p:nvGrpSpPr>
          <p:cNvPr id="8" name="Group 7">
            <a:extLst>
              <a:ext uri="{FF2B5EF4-FFF2-40B4-BE49-F238E27FC236}">
                <a16:creationId xmlns:a16="http://schemas.microsoft.com/office/drawing/2014/main" id="{B51FA7DA-017A-4F22-DDAC-5F3ECDFC2920}"/>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D756BC6B-8039-A596-FD87-CD842F6E5716}"/>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EED3A4AF-7DD6-AA7B-6DF4-8E4265E923F7}"/>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D9B5EC03-36EB-1BA9-2C62-3BED59693D14}"/>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sp>
        <p:nvSpPr>
          <p:cNvPr id="33" name="TextBox 16">
            <a:extLst>
              <a:ext uri="{FF2B5EF4-FFF2-40B4-BE49-F238E27FC236}">
                <a16:creationId xmlns:a16="http://schemas.microsoft.com/office/drawing/2014/main" id="{AA4CFF73-5770-09EA-1CA1-13BBAE661894}"/>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a:p>
        </p:txBody>
      </p:sp>
      <p:pic>
        <p:nvPicPr>
          <p:cNvPr id="2" name="Picture 1" descr="A black background with a black square&#10;&#10;AI-generated content may be incorrect.">
            <a:extLst>
              <a:ext uri="{FF2B5EF4-FFF2-40B4-BE49-F238E27FC236}">
                <a16:creationId xmlns:a16="http://schemas.microsoft.com/office/drawing/2014/main" id="{36BC71B5-B5DD-9C1E-6085-0AE3312AB1D7}"/>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213695"/>
            <a:ext cx="537985" cy="537985"/>
          </a:xfrm>
          <a:prstGeom prst="rect">
            <a:avLst/>
          </a:prstGeom>
        </p:spPr>
      </p:pic>
      <p:pic>
        <p:nvPicPr>
          <p:cNvPr id="6" name="Picture 5" descr="A logo of a globe with a graduation cap&#10;&#10;AI-generated content may be incorrect.">
            <a:extLst>
              <a:ext uri="{FF2B5EF4-FFF2-40B4-BE49-F238E27FC236}">
                <a16:creationId xmlns:a16="http://schemas.microsoft.com/office/drawing/2014/main" id="{F216A73D-1773-F871-7B3B-24E6658BC4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pic>
        <p:nvPicPr>
          <p:cNvPr id="7" name="Picture 6">
            <a:extLst>
              <a:ext uri="{FF2B5EF4-FFF2-40B4-BE49-F238E27FC236}">
                <a16:creationId xmlns:a16="http://schemas.microsoft.com/office/drawing/2014/main" id="{E02DF0C5-0FF4-84BA-CB38-B77B794B5321}"/>
              </a:ext>
            </a:extLst>
          </p:cNvPr>
          <p:cNvPicPr>
            <a:picLocks noChangeAspect="1"/>
          </p:cNvPicPr>
          <p:nvPr/>
        </p:nvPicPr>
        <p:blipFill>
          <a:blip r:embed="rId4"/>
          <a:srcRect l="26426" t="18821" r="23027" b="12731"/>
          <a:stretch/>
        </p:blipFill>
        <p:spPr>
          <a:xfrm>
            <a:off x="3348163" y="2343505"/>
            <a:ext cx="5495673" cy="4184017"/>
          </a:xfrm>
          <a:prstGeom prst="rect">
            <a:avLst/>
          </a:prstGeom>
        </p:spPr>
      </p:pic>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A6C4D2E9-D1B2-E835-E590-DEF47FC885E1}"/>
                  </a:ext>
                </a:extLst>
              </p:cNvPr>
              <p:cNvGraphicFramePr>
                <a:graphicFrameLocks noChangeAspect="1"/>
              </p:cNvGraphicFramePr>
              <p:nvPr>
                <p:extLst>
                  <p:ext uri="{D42A27DB-BD31-4B8C-83A1-F6EECF244321}">
                    <p14:modId xmlns:p14="http://schemas.microsoft.com/office/powerpoint/2010/main" val="3032434851"/>
                  </p:ext>
                </p:extLst>
              </p:nvPr>
            </p:nvGraphicFramePr>
            <p:xfrm>
              <a:off x="10485841" y="5670272"/>
              <a:ext cx="1524000" cy="857250"/>
            </p:xfrm>
            <a:graphic>
              <a:graphicData uri="http://schemas.microsoft.com/office/powerpoint/2016/slidezoom">
                <pslz:sldZm>
                  <pslz:sldZmObj sldId="277" cId="1640077876">
                    <pslz:zmPr id="{054C6C47-5CCF-4178-83B0-530EA75ED4FE}" returnToParent="0" transitionDur="1000">
                      <p166:blipFill xmlns:p166="http://schemas.microsoft.com/office/powerpoint/2016/6/main">
                        <a:blip r:embed="rId5"/>
                        <a:stretch>
                          <a:fillRect/>
                        </a:stretch>
                      </p166:blipFill>
                      <p166:spPr xmlns:p166="http://schemas.microsoft.com/office/powerpoint/2016/6/main">
                        <a:xfrm>
                          <a:off x="0" y="0"/>
                          <a:ext cx="1524000" cy="857250"/>
                        </a:xfrm>
                        <a:prstGeom prst="rect">
                          <a:avLst/>
                        </a:prstGeom>
                        <a:ln w="3175">
                          <a:solidFill>
                            <a:prstClr val="ltGray"/>
                          </a:solidFill>
                        </a:ln>
                      </p166:spPr>
                    </pslz:zmPr>
                  </pslz:sldZmObj>
                </pslz:sldZm>
              </a:graphicData>
            </a:graphic>
          </p:graphicFrame>
        </mc:Choice>
        <mc:Fallback xmlns="">
          <p:pic>
            <p:nvPicPr>
              <p:cNvPr id="4" name="Slide Zoom 3">
                <a:hlinkClick r:id="rId6" action="ppaction://hlinksldjump"/>
                <a:extLst>
                  <a:ext uri="{FF2B5EF4-FFF2-40B4-BE49-F238E27FC236}">
                    <a16:creationId xmlns:a16="http://schemas.microsoft.com/office/drawing/2014/main" id="{A6C4D2E9-D1B2-E835-E590-DEF47FC885E1}"/>
                  </a:ext>
                </a:extLst>
              </p:cNvPr>
              <p:cNvPicPr>
                <a:picLocks noGrp="1" noRot="1" noChangeAspect="1" noMove="1" noResize="1" noEditPoints="1" noAdjustHandles="1" noChangeArrowheads="1" noChangeShapeType="1"/>
              </p:cNvPicPr>
              <p:nvPr/>
            </p:nvPicPr>
            <p:blipFill>
              <a:blip r:embed="rId7"/>
              <a:stretch>
                <a:fillRect/>
              </a:stretch>
            </p:blipFill>
            <p:spPr>
              <a:xfrm>
                <a:off x="10485841" y="5670272"/>
                <a:ext cx="1524000" cy="857250"/>
              </a:xfrm>
              <a:prstGeom prst="rect">
                <a:avLst/>
              </a:prstGeom>
              <a:ln w="3175">
                <a:solidFill>
                  <a:prstClr val="ltGray"/>
                </a:solidFill>
              </a:ln>
            </p:spPr>
          </p:pic>
        </mc:Fallback>
      </mc:AlternateContent>
    </p:spTree>
    <p:extLst>
      <p:ext uri="{BB962C8B-B14F-4D97-AF65-F5344CB8AC3E}">
        <p14:creationId xmlns:p14="http://schemas.microsoft.com/office/powerpoint/2010/main" val="3625315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4FB59-7BB3-4EF1-9320-122E50A80D1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512B20C-7934-A04E-45FB-F2ACACACD4CB}"/>
              </a:ext>
            </a:extLst>
          </p:cNvPr>
          <p:cNvSpPr txBox="1"/>
          <p:nvPr/>
        </p:nvSpPr>
        <p:spPr>
          <a:xfrm>
            <a:off x="1163673" y="1313148"/>
            <a:ext cx="9612130" cy="923330"/>
          </a:xfrm>
          <a:prstGeom prst="rect">
            <a:avLst/>
          </a:prstGeom>
          <a:noFill/>
        </p:spPr>
        <p:txBody>
          <a:bodyPr wrap="square">
            <a:spAutoFit/>
          </a:bodyPr>
          <a:lstStyle/>
          <a:p>
            <a:pPr algn="ctr"/>
            <a:r>
              <a:rPr lang="en-US" sz="5400" b="1" dirty="0"/>
              <a:t>Python Dashboard</a:t>
            </a:r>
          </a:p>
        </p:txBody>
      </p:sp>
      <p:grpSp>
        <p:nvGrpSpPr>
          <p:cNvPr id="8" name="Group 7">
            <a:extLst>
              <a:ext uri="{FF2B5EF4-FFF2-40B4-BE49-F238E27FC236}">
                <a16:creationId xmlns:a16="http://schemas.microsoft.com/office/drawing/2014/main" id="{B51FA7DA-017A-4F22-DDAC-5F3ECDFC2920}"/>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D756BC6B-8039-A596-FD87-CD842F6E5716}"/>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EED3A4AF-7DD6-AA7B-6DF4-8E4265E923F7}"/>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D9B5EC03-36EB-1BA9-2C62-3BED59693D14}"/>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sp>
        <p:nvSpPr>
          <p:cNvPr id="33" name="TextBox 16">
            <a:extLst>
              <a:ext uri="{FF2B5EF4-FFF2-40B4-BE49-F238E27FC236}">
                <a16:creationId xmlns:a16="http://schemas.microsoft.com/office/drawing/2014/main" id="{AA4CFF73-5770-09EA-1CA1-13BBAE661894}"/>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a:p>
        </p:txBody>
      </p:sp>
      <p:pic>
        <p:nvPicPr>
          <p:cNvPr id="2" name="Picture 1" descr="A black background with a black square&#10;&#10;AI-generated content may be incorrect.">
            <a:extLst>
              <a:ext uri="{FF2B5EF4-FFF2-40B4-BE49-F238E27FC236}">
                <a16:creationId xmlns:a16="http://schemas.microsoft.com/office/drawing/2014/main" id="{36BC71B5-B5DD-9C1E-6085-0AE3312AB1D7}"/>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213695"/>
            <a:ext cx="537985" cy="537985"/>
          </a:xfrm>
          <a:prstGeom prst="rect">
            <a:avLst/>
          </a:prstGeom>
        </p:spPr>
      </p:pic>
      <p:pic>
        <p:nvPicPr>
          <p:cNvPr id="6" name="Picture 5" descr="A logo of a globe with a graduation cap&#10;&#10;AI-generated content may be incorrect.">
            <a:extLst>
              <a:ext uri="{FF2B5EF4-FFF2-40B4-BE49-F238E27FC236}">
                <a16:creationId xmlns:a16="http://schemas.microsoft.com/office/drawing/2014/main" id="{F216A73D-1773-F871-7B3B-24E6658BC4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22E2B5CC-24D4-5914-F9E5-C481EC1E32E1}"/>
              </a:ext>
            </a:extLst>
          </p:cNvPr>
          <p:cNvPicPr>
            <a:picLocks noChangeAspect="1"/>
          </p:cNvPicPr>
          <p:nvPr/>
        </p:nvPicPr>
        <p:blipFill>
          <a:blip r:embed="rId4">
            <a:extLst>
              <a:ext uri="{28A0092B-C50C-407E-A947-70E740481C1C}">
                <a14:useLocalDpi xmlns:a14="http://schemas.microsoft.com/office/drawing/2010/main" val="0"/>
              </a:ext>
            </a:extLst>
          </a:blip>
          <a:srcRect l="19354" t="25100" r="15566" b="5400"/>
          <a:stretch/>
        </p:blipFill>
        <p:spPr>
          <a:xfrm>
            <a:off x="2648657" y="2498199"/>
            <a:ext cx="6642162" cy="3987986"/>
          </a:xfrm>
          <a:prstGeom prst="rect">
            <a:avLst/>
          </a:prstGeom>
          <a:ln>
            <a:solidFill>
              <a:srgbClr val="0070C0"/>
            </a:solidFill>
          </a:ln>
        </p:spPr>
      </p:pic>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EC0B6084-5311-031B-BC2C-926A8CC6260C}"/>
                  </a:ext>
                </a:extLst>
              </p:cNvPr>
              <p:cNvGraphicFramePr>
                <a:graphicFrameLocks noChangeAspect="1"/>
              </p:cNvGraphicFramePr>
              <p:nvPr>
                <p:extLst>
                  <p:ext uri="{D42A27DB-BD31-4B8C-83A1-F6EECF244321}">
                    <p14:modId xmlns:p14="http://schemas.microsoft.com/office/powerpoint/2010/main" val="2942814605"/>
                  </p:ext>
                </p:extLst>
              </p:nvPr>
            </p:nvGraphicFramePr>
            <p:xfrm>
              <a:off x="423935" y="2465703"/>
              <a:ext cx="1712528" cy="963298"/>
            </p:xfrm>
            <a:graphic>
              <a:graphicData uri="http://schemas.microsoft.com/office/powerpoint/2016/slidezoom">
                <pslz:sldZm>
                  <pslz:sldZmObj sldId="265" cId="3741668589">
                    <pslz:zmPr id="{DDC0E409-CE40-4A2D-A088-CBBB76D92BE9}" returnToParent="0" transitionDur="1000">
                      <p166:blipFill xmlns:p166="http://schemas.microsoft.com/office/powerpoint/2016/6/main">
                        <a:blip r:embed="rId5"/>
                        <a:stretch>
                          <a:fillRect/>
                        </a:stretch>
                      </p166:blipFill>
                      <p166:spPr xmlns:p166="http://schemas.microsoft.com/office/powerpoint/2016/6/main">
                        <a:xfrm>
                          <a:off x="0" y="0"/>
                          <a:ext cx="1712528" cy="963298"/>
                        </a:xfrm>
                        <a:prstGeom prst="rect">
                          <a:avLst/>
                        </a:prstGeom>
                        <a:ln w="3175">
                          <a:solidFill>
                            <a:prstClr val="ltGray"/>
                          </a:solidFill>
                        </a:ln>
                      </p166:spPr>
                    </pslz:zmPr>
                  </pslz:sldZmObj>
                </pslz:sldZm>
              </a:graphicData>
            </a:graphic>
          </p:graphicFrame>
        </mc:Choice>
        <mc:Fallback xmlns="">
          <p:pic>
            <p:nvPicPr>
              <p:cNvPr id="11" name="Slide Zoom 10">
                <a:hlinkClick r:id="rId6" action="ppaction://hlinksldjump"/>
                <a:extLst>
                  <a:ext uri="{FF2B5EF4-FFF2-40B4-BE49-F238E27FC236}">
                    <a16:creationId xmlns:a16="http://schemas.microsoft.com/office/drawing/2014/main" id="{EC0B6084-5311-031B-BC2C-926A8CC6260C}"/>
                  </a:ext>
                </a:extLst>
              </p:cNvPr>
              <p:cNvPicPr>
                <a:picLocks noGrp="1" noRot="1" noChangeAspect="1" noMove="1" noResize="1" noEditPoints="1" noAdjustHandles="1" noChangeArrowheads="1" noChangeShapeType="1"/>
              </p:cNvPicPr>
              <p:nvPr/>
            </p:nvPicPr>
            <p:blipFill>
              <a:blip r:embed="rId7"/>
              <a:stretch>
                <a:fillRect/>
              </a:stretch>
            </p:blipFill>
            <p:spPr>
              <a:xfrm>
                <a:off x="423935" y="2465703"/>
                <a:ext cx="1712528" cy="963298"/>
              </a:xfrm>
              <a:prstGeom prst="rect">
                <a:avLst/>
              </a:prstGeom>
              <a:ln w="3175">
                <a:solidFill>
                  <a:prstClr val="ltGray"/>
                </a:solidFill>
              </a:ln>
            </p:spPr>
          </p:pic>
        </mc:Fallback>
      </mc:AlternateContent>
    </p:spTree>
    <p:extLst>
      <p:ext uri="{BB962C8B-B14F-4D97-AF65-F5344CB8AC3E}">
        <p14:creationId xmlns:p14="http://schemas.microsoft.com/office/powerpoint/2010/main" val="16400778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234D8-9D41-EF09-5077-24EFAB35819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4EE30C4-53FE-BC12-0D84-87150B52497F}"/>
              </a:ext>
            </a:extLst>
          </p:cNvPr>
          <p:cNvSpPr txBox="1"/>
          <p:nvPr/>
        </p:nvSpPr>
        <p:spPr>
          <a:xfrm>
            <a:off x="2872207" y="1389466"/>
            <a:ext cx="6195061" cy="923330"/>
          </a:xfrm>
          <a:prstGeom prst="rect">
            <a:avLst/>
          </a:prstGeom>
          <a:noFill/>
        </p:spPr>
        <p:txBody>
          <a:bodyPr wrap="square">
            <a:spAutoFit/>
          </a:bodyPr>
          <a:lstStyle/>
          <a:p>
            <a:r>
              <a:rPr lang="en-US" sz="5400" b="1" dirty="0"/>
              <a:t>DATASET ANALYSIS</a:t>
            </a:r>
          </a:p>
        </p:txBody>
      </p:sp>
      <p:grpSp>
        <p:nvGrpSpPr>
          <p:cNvPr id="8" name="Group 7">
            <a:extLst>
              <a:ext uri="{FF2B5EF4-FFF2-40B4-BE49-F238E27FC236}">
                <a16:creationId xmlns:a16="http://schemas.microsoft.com/office/drawing/2014/main" id="{EFA26D04-45CC-DD5D-91E7-6DDD66B3B252}"/>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C6DD0CC2-4193-AE6F-27FD-B9746024B6F0}"/>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E9F219AA-CBE5-0A0E-F23A-2175D754B4CF}"/>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AB291F22-3519-F9D3-4F73-F6390FA9AC4C}"/>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grpSp>
        <p:nvGrpSpPr>
          <p:cNvPr id="11" name="Group 10">
            <a:extLst>
              <a:ext uri="{FF2B5EF4-FFF2-40B4-BE49-F238E27FC236}">
                <a16:creationId xmlns:a16="http://schemas.microsoft.com/office/drawing/2014/main" id="{E5FA45BF-C9E4-CD5C-2884-E0AA9403AF3D}"/>
              </a:ext>
            </a:extLst>
          </p:cNvPr>
          <p:cNvGrpSpPr/>
          <p:nvPr/>
        </p:nvGrpSpPr>
        <p:grpSpPr>
          <a:xfrm>
            <a:off x="380775" y="2335886"/>
            <a:ext cx="4431798" cy="1471034"/>
            <a:chOff x="790078" y="2254767"/>
            <a:chExt cx="4431798" cy="1471034"/>
          </a:xfrm>
        </p:grpSpPr>
        <p:grpSp>
          <p:nvGrpSpPr>
            <p:cNvPr id="2" name="Group 13">
              <a:extLst>
                <a:ext uri="{FF2B5EF4-FFF2-40B4-BE49-F238E27FC236}">
                  <a16:creationId xmlns:a16="http://schemas.microsoft.com/office/drawing/2014/main" id="{8037A91B-D2D8-26C8-EC63-2F1BC6039652}"/>
                </a:ext>
              </a:extLst>
            </p:cNvPr>
            <p:cNvGrpSpPr/>
            <p:nvPr/>
          </p:nvGrpSpPr>
          <p:grpSpPr>
            <a:xfrm>
              <a:off x="790078" y="2254767"/>
              <a:ext cx="4431798" cy="1471034"/>
              <a:chOff x="0" y="-38100"/>
              <a:chExt cx="1749683" cy="580768"/>
            </a:xfrm>
          </p:grpSpPr>
          <p:sp>
            <p:nvSpPr>
              <p:cNvPr id="3" name="Freeform 14">
                <a:extLst>
                  <a:ext uri="{FF2B5EF4-FFF2-40B4-BE49-F238E27FC236}">
                    <a16:creationId xmlns:a16="http://schemas.microsoft.com/office/drawing/2014/main" id="{F0DA89C8-7821-9D77-4874-0462E65527BB}"/>
                  </a:ext>
                </a:extLst>
              </p:cNvPr>
              <p:cNvSpPr/>
              <p:nvPr/>
            </p:nvSpPr>
            <p:spPr>
              <a:xfrm>
                <a:off x="0" y="0"/>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a:p>
            </p:txBody>
          </p:sp>
          <p:sp>
            <p:nvSpPr>
              <p:cNvPr id="4" name="TextBox 15">
                <a:extLst>
                  <a:ext uri="{FF2B5EF4-FFF2-40B4-BE49-F238E27FC236}">
                    <a16:creationId xmlns:a16="http://schemas.microsoft.com/office/drawing/2014/main" id="{77359934-2964-36AB-F9AB-024DBDCC0072}"/>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6" name="TextBox 16">
              <a:extLst>
                <a:ext uri="{FF2B5EF4-FFF2-40B4-BE49-F238E27FC236}">
                  <a16:creationId xmlns:a16="http://schemas.microsoft.com/office/drawing/2014/main" id="{7FC5EAA3-8BC4-4ED6-55D7-6BA3FDD51846}"/>
                </a:ext>
              </a:extLst>
            </p:cNvPr>
            <p:cNvSpPr txBox="1"/>
            <p:nvPr/>
          </p:nvSpPr>
          <p:spPr>
            <a:xfrm>
              <a:off x="1028700" y="2816712"/>
              <a:ext cx="3470909" cy="528799"/>
            </a:xfrm>
            <a:prstGeom prst="rect">
              <a:avLst/>
            </a:prstGeom>
          </p:spPr>
          <p:txBody>
            <a:bodyPr wrap="square" lIns="0" tIns="0" rIns="0" bIns="0" rtlCol="0" anchor="t">
              <a:spAutoFit/>
            </a:bodyPr>
            <a:lstStyle/>
            <a:p>
              <a:pPr>
                <a:lnSpc>
                  <a:spcPts val="2159"/>
                </a:lnSpc>
              </a:pPr>
              <a:r>
                <a:rPr lang="en-US" sz="1200" spc="-53" dirty="0">
                  <a:solidFill>
                    <a:srgbClr val="1B1B1B"/>
                  </a:solidFill>
                  <a:latin typeface="Helvetica World"/>
                  <a:ea typeface="Helvetica World"/>
                  <a:cs typeface="Helvetica World"/>
                  <a:sym typeface="Helvetica World"/>
                </a:rPr>
                <a:t>EDA Question: What industries show the highest exposure to the AI?</a:t>
              </a:r>
            </a:p>
          </p:txBody>
        </p:sp>
        <p:sp>
          <p:nvSpPr>
            <p:cNvPr id="7" name="TextBox 17">
              <a:extLst>
                <a:ext uri="{FF2B5EF4-FFF2-40B4-BE49-F238E27FC236}">
                  <a16:creationId xmlns:a16="http://schemas.microsoft.com/office/drawing/2014/main" id="{10101BF0-FA0B-F24F-CEA3-9531EB7953D6}"/>
                </a:ext>
              </a:extLst>
            </p:cNvPr>
            <p:cNvSpPr txBox="1"/>
            <p:nvPr/>
          </p:nvSpPr>
          <p:spPr>
            <a:xfrm>
              <a:off x="1028700" y="2425098"/>
              <a:ext cx="3470909" cy="246671"/>
            </a:xfrm>
            <a:prstGeom prst="rect">
              <a:avLst/>
            </a:prstGeom>
          </p:spPr>
          <p:txBody>
            <a:bodyPr wrap="square" lIns="0" tIns="0" rIns="0" bIns="0" rtlCol="0" anchor="t">
              <a:spAutoFit/>
            </a:bodyPr>
            <a:lstStyle/>
            <a:p>
              <a:pPr algn="l">
                <a:lnSpc>
                  <a:spcPts val="2159"/>
                </a:lnSpc>
              </a:pPr>
              <a:r>
                <a:rPr lang="en-US" sz="1200" b="1" i="1" spc="-53" dirty="0">
                  <a:solidFill>
                    <a:srgbClr val="1B1B1B"/>
                  </a:solidFill>
                  <a:latin typeface="Helvetica World Bold Italics"/>
                  <a:ea typeface="Helvetica World Bold Italics"/>
                  <a:cs typeface="Helvetica World Bold Italics"/>
                  <a:sym typeface="Helvetica World Bold Italics"/>
                </a:rPr>
                <a:t>What Happened? (Descriptive Analysis)</a:t>
              </a:r>
            </a:p>
          </p:txBody>
        </p:sp>
      </p:grpSp>
      <p:grpSp>
        <p:nvGrpSpPr>
          <p:cNvPr id="13" name="Group 12">
            <a:extLst>
              <a:ext uri="{FF2B5EF4-FFF2-40B4-BE49-F238E27FC236}">
                <a16:creationId xmlns:a16="http://schemas.microsoft.com/office/drawing/2014/main" id="{CB381A16-6F74-3DDD-D32D-DC9DDF9ECA68}"/>
              </a:ext>
            </a:extLst>
          </p:cNvPr>
          <p:cNvGrpSpPr/>
          <p:nvPr/>
        </p:nvGrpSpPr>
        <p:grpSpPr>
          <a:xfrm>
            <a:off x="1537939" y="3840261"/>
            <a:ext cx="4431798" cy="1471034"/>
            <a:chOff x="790078" y="2254767"/>
            <a:chExt cx="4431798" cy="1471034"/>
          </a:xfrm>
        </p:grpSpPr>
        <p:grpSp>
          <p:nvGrpSpPr>
            <p:cNvPr id="16" name="Group 13">
              <a:extLst>
                <a:ext uri="{FF2B5EF4-FFF2-40B4-BE49-F238E27FC236}">
                  <a16:creationId xmlns:a16="http://schemas.microsoft.com/office/drawing/2014/main" id="{C5BD8425-7599-8F47-91DA-CE6CEEA2068E}"/>
                </a:ext>
              </a:extLst>
            </p:cNvPr>
            <p:cNvGrpSpPr/>
            <p:nvPr/>
          </p:nvGrpSpPr>
          <p:grpSpPr>
            <a:xfrm>
              <a:off x="790078" y="2254767"/>
              <a:ext cx="4431798" cy="1471034"/>
              <a:chOff x="0" y="-38100"/>
              <a:chExt cx="1749683" cy="580768"/>
            </a:xfrm>
          </p:grpSpPr>
          <p:sp>
            <p:nvSpPr>
              <p:cNvPr id="19" name="Freeform 14">
                <a:extLst>
                  <a:ext uri="{FF2B5EF4-FFF2-40B4-BE49-F238E27FC236}">
                    <a16:creationId xmlns:a16="http://schemas.microsoft.com/office/drawing/2014/main" id="{B8C16EA4-314A-6AC6-1242-031B88E7468D}"/>
                  </a:ext>
                </a:extLst>
              </p:cNvPr>
              <p:cNvSpPr/>
              <p:nvPr/>
            </p:nvSpPr>
            <p:spPr>
              <a:xfrm>
                <a:off x="0" y="0"/>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a:p>
            </p:txBody>
          </p:sp>
          <p:sp>
            <p:nvSpPr>
              <p:cNvPr id="20" name="TextBox 15">
                <a:extLst>
                  <a:ext uri="{FF2B5EF4-FFF2-40B4-BE49-F238E27FC236}">
                    <a16:creationId xmlns:a16="http://schemas.microsoft.com/office/drawing/2014/main" id="{275908EF-0CDF-DAE6-88A2-589F30DB80D3}"/>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17" name="TextBox 16">
              <a:extLst>
                <a:ext uri="{FF2B5EF4-FFF2-40B4-BE49-F238E27FC236}">
                  <a16:creationId xmlns:a16="http://schemas.microsoft.com/office/drawing/2014/main" id="{4A564E73-19EF-BC2F-CF08-529B60503F2F}"/>
                </a:ext>
              </a:extLst>
            </p:cNvPr>
            <p:cNvSpPr txBox="1"/>
            <p:nvPr/>
          </p:nvSpPr>
          <p:spPr>
            <a:xfrm>
              <a:off x="1028700" y="2816712"/>
              <a:ext cx="3470909" cy="810928"/>
            </a:xfrm>
            <a:prstGeom prst="rect">
              <a:avLst/>
            </a:prstGeom>
          </p:spPr>
          <p:txBody>
            <a:bodyPr wrap="square" lIns="0" tIns="0" rIns="0" bIns="0" rtlCol="0" anchor="t">
              <a:spAutoFit/>
            </a:bodyPr>
            <a:lstStyle/>
            <a:p>
              <a:pPr>
                <a:lnSpc>
                  <a:spcPts val="2159"/>
                </a:lnSpc>
              </a:pPr>
              <a:r>
                <a:rPr lang="en-US" sz="1200" spc="-53" dirty="0">
                  <a:solidFill>
                    <a:srgbClr val="1B1B1B"/>
                  </a:solidFill>
                  <a:latin typeface="Helvetica World"/>
                  <a:ea typeface="Helvetica World"/>
                  <a:cs typeface="Helvetica World"/>
                  <a:sym typeface="Helvetica World"/>
                </a:rPr>
                <a:t>EDA Question: Which features (skills, education level, industry) most strongly predict job displacement or transformation?</a:t>
              </a:r>
            </a:p>
          </p:txBody>
        </p:sp>
        <p:sp>
          <p:nvSpPr>
            <p:cNvPr id="18" name="TextBox 17">
              <a:extLst>
                <a:ext uri="{FF2B5EF4-FFF2-40B4-BE49-F238E27FC236}">
                  <a16:creationId xmlns:a16="http://schemas.microsoft.com/office/drawing/2014/main" id="{D167CBC4-BDDE-0033-514A-5E13EDBDD837}"/>
                </a:ext>
              </a:extLst>
            </p:cNvPr>
            <p:cNvSpPr txBox="1"/>
            <p:nvPr/>
          </p:nvSpPr>
          <p:spPr>
            <a:xfrm>
              <a:off x="1028700" y="2425098"/>
              <a:ext cx="3470909" cy="246671"/>
            </a:xfrm>
            <a:prstGeom prst="rect">
              <a:avLst/>
            </a:prstGeom>
          </p:spPr>
          <p:txBody>
            <a:bodyPr wrap="square" lIns="0" tIns="0" rIns="0" bIns="0" rtlCol="0" anchor="t">
              <a:spAutoFit/>
            </a:bodyPr>
            <a:lstStyle/>
            <a:p>
              <a:pPr algn="l">
                <a:lnSpc>
                  <a:spcPts val="2159"/>
                </a:lnSpc>
              </a:pPr>
              <a:r>
                <a:rPr lang="en-US" sz="1200" b="1" i="1" spc="-53" dirty="0">
                  <a:solidFill>
                    <a:srgbClr val="1B1B1B"/>
                  </a:solidFill>
                  <a:latin typeface="Helvetica World Bold Italics"/>
                  <a:ea typeface="Helvetica World Bold Italics"/>
                  <a:cs typeface="Helvetica World Bold Italics"/>
                  <a:sym typeface="Helvetica World Bold Italics"/>
                </a:rPr>
                <a:t>Why did it happen? (Diagnostic Analysis)</a:t>
              </a:r>
            </a:p>
          </p:txBody>
        </p:sp>
      </p:grpSp>
      <p:grpSp>
        <p:nvGrpSpPr>
          <p:cNvPr id="21" name="Group 20">
            <a:extLst>
              <a:ext uri="{FF2B5EF4-FFF2-40B4-BE49-F238E27FC236}">
                <a16:creationId xmlns:a16="http://schemas.microsoft.com/office/drawing/2014/main" id="{90811B0C-94C5-E847-9AC7-3CF6BD3134BF}"/>
              </a:ext>
            </a:extLst>
          </p:cNvPr>
          <p:cNvGrpSpPr/>
          <p:nvPr/>
        </p:nvGrpSpPr>
        <p:grpSpPr>
          <a:xfrm>
            <a:off x="5163530" y="2324519"/>
            <a:ext cx="4431798" cy="1471034"/>
            <a:chOff x="790078" y="2254767"/>
            <a:chExt cx="4431798" cy="1471034"/>
          </a:xfrm>
        </p:grpSpPr>
        <p:grpSp>
          <p:nvGrpSpPr>
            <p:cNvPr id="22" name="Group 13">
              <a:extLst>
                <a:ext uri="{FF2B5EF4-FFF2-40B4-BE49-F238E27FC236}">
                  <a16:creationId xmlns:a16="http://schemas.microsoft.com/office/drawing/2014/main" id="{4BA61825-3DEF-453F-F0B3-765C2175BD5A}"/>
                </a:ext>
              </a:extLst>
            </p:cNvPr>
            <p:cNvGrpSpPr/>
            <p:nvPr/>
          </p:nvGrpSpPr>
          <p:grpSpPr>
            <a:xfrm>
              <a:off x="790078" y="2254767"/>
              <a:ext cx="4431798" cy="1471034"/>
              <a:chOff x="0" y="-38100"/>
              <a:chExt cx="1749683" cy="580768"/>
            </a:xfrm>
          </p:grpSpPr>
          <p:sp>
            <p:nvSpPr>
              <p:cNvPr id="25" name="Freeform 14">
                <a:extLst>
                  <a:ext uri="{FF2B5EF4-FFF2-40B4-BE49-F238E27FC236}">
                    <a16:creationId xmlns:a16="http://schemas.microsoft.com/office/drawing/2014/main" id="{CFDED8FE-2F79-AC8E-1283-FE1964D3EF7C}"/>
                  </a:ext>
                </a:extLst>
              </p:cNvPr>
              <p:cNvSpPr/>
              <p:nvPr/>
            </p:nvSpPr>
            <p:spPr>
              <a:xfrm>
                <a:off x="0" y="0"/>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a:p>
            </p:txBody>
          </p:sp>
          <p:sp>
            <p:nvSpPr>
              <p:cNvPr id="26" name="TextBox 15">
                <a:extLst>
                  <a:ext uri="{FF2B5EF4-FFF2-40B4-BE49-F238E27FC236}">
                    <a16:creationId xmlns:a16="http://schemas.microsoft.com/office/drawing/2014/main" id="{0C2F8446-E40D-BE35-24A0-B195B829D10D}"/>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23" name="TextBox 22">
              <a:extLst>
                <a:ext uri="{FF2B5EF4-FFF2-40B4-BE49-F238E27FC236}">
                  <a16:creationId xmlns:a16="http://schemas.microsoft.com/office/drawing/2014/main" id="{9A7B2043-91C6-26FB-F503-68EDB9C40A24}"/>
                </a:ext>
              </a:extLst>
            </p:cNvPr>
            <p:cNvSpPr txBox="1"/>
            <p:nvPr/>
          </p:nvSpPr>
          <p:spPr>
            <a:xfrm>
              <a:off x="1028700" y="2816712"/>
              <a:ext cx="3470909" cy="528799"/>
            </a:xfrm>
            <a:prstGeom prst="rect">
              <a:avLst/>
            </a:prstGeom>
          </p:spPr>
          <p:txBody>
            <a:bodyPr wrap="square" lIns="0" tIns="0" rIns="0" bIns="0" rtlCol="0" anchor="t">
              <a:spAutoFit/>
            </a:bodyPr>
            <a:lstStyle/>
            <a:p>
              <a:pPr>
                <a:lnSpc>
                  <a:spcPts val="2159"/>
                </a:lnSpc>
              </a:pPr>
              <a:r>
                <a:rPr lang="en-US" sz="1200" spc="-53" dirty="0">
                  <a:solidFill>
                    <a:srgbClr val="1B1B1B"/>
                  </a:solidFill>
                  <a:latin typeface="Helvetica World"/>
                  <a:ea typeface="Helvetica World"/>
                  <a:cs typeface="Helvetica World"/>
                  <a:sym typeface="Helvetica World"/>
                </a:rPr>
                <a:t>EDA Question: If current trends continue which jobs roles are most likely to grow or decline due to AI?</a:t>
              </a:r>
            </a:p>
          </p:txBody>
        </p:sp>
        <p:sp>
          <p:nvSpPr>
            <p:cNvPr id="24" name="TextBox 23">
              <a:extLst>
                <a:ext uri="{FF2B5EF4-FFF2-40B4-BE49-F238E27FC236}">
                  <a16:creationId xmlns:a16="http://schemas.microsoft.com/office/drawing/2014/main" id="{80CF8AA4-7639-B635-D626-6476FCC066FA}"/>
                </a:ext>
              </a:extLst>
            </p:cNvPr>
            <p:cNvSpPr txBox="1"/>
            <p:nvPr/>
          </p:nvSpPr>
          <p:spPr>
            <a:xfrm>
              <a:off x="1028700" y="2425098"/>
              <a:ext cx="3470909" cy="246671"/>
            </a:xfrm>
            <a:prstGeom prst="rect">
              <a:avLst/>
            </a:prstGeom>
          </p:spPr>
          <p:txBody>
            <a:bodyPr wrap="square" lIns="0" tIns="0" rIns="0" bIns="0" rtlCol="0" anchor="t">
              <a:spAutoFit/>
            </a:bodyPr>
            <a:lstStyle/>
            <a:p>
              <a:pPr algn="l">
                <a:lnSpc>
                  <a:spcPts val="2159"/>
                </a:lnSpc>
              </a:pPr>
              <a:r>
                <a:rPr lang="en-US" sz="1200" b="1" i="1" spc="-53" dirty="0">
                  <a:solidFill>
                    <a:srgbClr val="1B1B1B"/>
                  </a:solidFill>
                  <a:latin typeface="Helvetica World Bold Italics"/>
                  <a:ea typeface="Helvetica World Bold Italics"/>
                  <a:cs typeface="Helvetica World Bold Italics"/>
                  <a:sym typeface="Helvetica World Bold Italics"/>
                </a:rPr>
                <a:t>What will happen? (Predictive Analysis)</a:t>
              </a:r>
            </a:p>
          </p:txBody>
        </p:sp>
      </p:grpSp>
      <p:grpSp>
        <p:nvGrpSpPr>
          <p:cNvPr id="27" name="Group 26">
            <a:extLst>
              <a:ext uri="{FF2B5EF4-FFF2-40B4-BE49-F238E27FC236}">
                <a16:creationId xmlns:a16="http://schemas.microsoft.com/office/drawing/2014/main" id="{55ADE05A-502F-ED97-A4D5-E0AE9B40DC7E}"/>
              </a:ext>
            </a:extLst>
          </p:cNvPr>
          <p:cNvGrpSpPr/>
          <p:nvPr/>
        </p:nvGrpSpPr>
        <p:grpSpPr>
          <a:xfrm>
            <a:off x="6222265" y="3840261"/>
            <a:ext cx="4431798" cy="1471034"/>
            <a:chOff x="790078" y="2254767"/>
            <a:chExt cx="4431798" cy="1471034"/>
          </a:xfrm>
        </p:grpSpPr>
        <p:grpSp>
          <p:nvGrpSpPr>
            <p:cNvPr id="28" name="Group 13">
              <a:extLst>
                <a:ext uri="{FF2B5EF4-FFF2-40B4-BE49-F238E27FC236}">
                  <a16:creationId xmlns:a16="http://schemas.microsoft.com/office/drawing/2014/main" id="{26A07ADD-E0DD-521C-AD07-C0EA3C401B3F}"/>
                </a:ext>
              </a:extLst>
            </p:cNvPr>
            <p:cNvGrpSpPr/>
            <p:nvPr/>
          </p:nvGrpSpPr>
          <p:grpSpPr>
            <a:xfrm>
              <a:off x="790078" y="2254767"/>
              <a:ext cx="4431798" cy="1471034"/>
              <a:chOff x="0" y="-38100"/>
              <a:chExt cx="1749683" cy="580768"/>
            </a:xfrm>
          </p:grpSpPr>
          <p:sp>
            <p:nvSpPr>
              <p:cNvPr id="31" name="Freeform 14">
                <a:extLst>
                  <a:ext uri="{FF2B5EF4-FFF2-40B4-BE49-F238E27FC236}">
                    <a16:creationId xmlns:a16="http://schemas.microsoft.com/office/drawing/2014/main" id="{D74DEE31-7884-C707-F6FA-C64D560124B6}"/>
                  </a:ext>
                </a:extLst>
              </p:cNvPr>
              <p:cNvSpPr/>
              <p:nvPr/>
            </p:nvSpPr>
            <p:spPr>
              <a:xfrm>
                <a:off x="0" y="0"/>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a:p>
            </p:txBody>
          </p:sp>
          <p:sp>
            <p:nvSpPr>
              <p:cNvPr id="32" name="TextBox 15">
                <a:extLst>
                  <a:ext uri="{FF2B5EF4-FFF2-40B4-BE49-F238E27FC236}">
                    <a16:creationId xmlns:a16="http://schemas.microsoft.com/office/drawing/2014/main" id="{3AD7C3A3-6F3B-5EFF-6115-B8CAD97D6760}"/>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29" name="TextBox 28">
              <a:extLst>
                <a:ext uri="{FF2B5EF4-FFF2-40B4-BE49-F238E27FC236}">
                  <a16:creationId xmlns:a16="http://schemas.microsoft.com/office/drawing/2014/main" id="{8F6EEE84-6A6E-0AFB-1925-C498A103CD0D}"/>
                </a:ext>
              </a:extLst>
            </p:cNvPr>
            <p:cNvSpPr txBox="1"/>
            <p:nvPr/>
          </p:nvSpPr>
          <p:spPr>
            <a:xfrm>
              <a:off x="1028700" y="2816712"/>
              <a:ext cx="3470909" cy="528799"/>
            </a:xfrm>
            <a:prstGeom prst="rect">
              <a:avLst/>
            </a:prstGeom>
          </p:spPr>
          <p:txBody>
            <a:bodyPr wrap="square" lIns="0" tIns="0" rIns="0" bIns="0" rtlCol="0" anchor="t">
              <a:spAutoFit/>
            </a:bodyPr>
            <a:lstStyle/>
            <a:p>
              <a:pPr>
                <a:lnSpc>
                  <a:spcPts val="2159"/>
                </a:lnSpc>
              </a:pPr>
              <a:r>
                <a:rPr lang="en-US" sz="1200" spc="-53" dirty="0">
                  <a:solidFill>
                    <a:srgbClr val="1B1B1B"/>
                  </a:solidFill>
                  <a:latin typeface="Helvetica World"/>
                  <a:ea typeface="Helvetica World"/>
                  <a:cs typeface="Helvetica World"/>
                  <a:sym typeface="Helvetica World"/>
                </a:rPr>
                <a:t>EDA Question: What skills should workers learn to remain competitive?</a:t>
              </a:r>
            </a:p>
          </p:txBody>
        </p:sp>
        <p:sp>
          <p:nvSpPr>
            <p:cNvPr id="30" name="TextBox 29">
              <a:extLst>
                <a:ext uri="{FF2B5EF4-FFF2-40B4-BE49-F238E27FC236}">
                  <a16:creationId xmlns:a16="http://schemas.microsoft.com/office/drawing/2014/main" id="{A43332B9-A93F-F861-321C-AAD846FFA76E}"/>
                </a:ext>
              </a:extLst>
            </p:cNvPr>
            <p:cNvSpPr txBox="1"/>
            <p:nvPr/>
          </p:nvSpPr>
          <p:spPr>
            <a:xfrm>
              <a:off x="1028700" y="2425098"/>
              <a:ext cx="3470909" cy="246671"/>
            </a:xfrm>
            <a:prstGeom prst="rect">
              <a:avLst/>
            </a:prstGeom>
          </p:spPr>
          <p:txBody>
            <a:bodyPr wrap="square" lIns="0" tIns="0" rIns="0" bIns="0" rtlCol="0" anchor="t">
              <a:spAutoFit/>
            </a:bodyPr>
            <a:lstStyle/>
            <a:p>
              <a:pPr algn="l">
                <a:lnSpc>
                  <a:spcPts val="2159"/>
                </a:lnSpc>
              </a:pPr>
              <a:r>
                <a:rPr lang="en-US" sz="1200" b="1" i="1" spc="-53" dirty="0">
                  <a:solidFill>
                    <a:srgbClr val="1B1B1B"/>
                  </a:solidFill>
                  <a:latin typeface="Helvetica World Bold Italics"/>
                  <a:ea typeface="Helvetica World Bold Italics"/>
                  <a:cs typeface="Helvetica World Bold Italics"/>
                  <a:sym typeface="Helvetica World Bold Italics"/>
                </a:rPr>
                <a:t>What should we do? (Prescriptive Analysis)</a:t>
              </a:r>
            </a:p>
          </p:txBody>
        </p:sp>
      </p:grpSp>
      <mc:AlternateContent xmlns:mc="http://schemas.openxmlformats.org/markup-compatibility/2006" xmlns:pslz="http://schemas.microsoft.com/office/powerpoint/2016/slidezoom">
        <mc:Choice Requires="pslz">
          <p:graphicFrame>
            <p:nvGraphicFramePr>
              <p:cNvPr id="33" name="Slide Zoom 32">
                <a:extLst>
                  <a:ext uri="{FF2B5EF4-FFF2-40B4-BE49-F238E27FC236}">
                    <a16:creationId xmlns:a16="http://schemas.microsoft.com/office/drawing/2014/main" id="{BEED874C-7FF8-873B-16F3-4F63B311FF2E}"/>
                  </a:ext>
                </a:extLst>
              </p:cNvPr>
              <p:cNvGraphicFramePr>
                <a:graphicFrameLocks noChangeAspect="1"/>
              </p:cNvGraphicFramePr>
              <p:nvPr>
                <p:extLst>
                  <p:ext uri="{D42A27DB-BD31-4B8C-83A1-F6EECF244321}">
                    <p14:modId xmlns:p14="http://schemas.microsoft.com/office/powerpoint/2010/main" val="1459158921"/>
                  </p:ext>
                </p:extLst>
              </p:nvPr>
            </p:nvGraphicFramePr>
            <p:xfrm>
              <a:off x="8566961" y="5456238"/>
              <a:ext cx="2056734" cy="1156912"/>
            </p:xfrm>
            <a:graphic>
              <a:graphicData uri="http://schemas.microsoft.com/office/powerpoint/2016/slidezoom">
                <pslz:sldZm>
                  <pslz:sldZmObj sldId="266" cId="3484056230">
                    <pslz:zmPr id="{51B640FE-F0A1-4152-A96C-249492C9BCFA}" transitionDur="1000">
                      <p166:blipFill xmlns:p166="http://schemas.microsoft.com/office/powerpoint/2016/6/main">
                        <a:blip r:embed="rId2"/>
                        <a:stretch>
                          <a:fillRect/>
                        </a:stretch>
                      </p166:blipFill>
                      <p166:spPr xmlns:p166="http://schemas.microsoft.com/office/powerpoint/2016/6/main">
                        <a:xfrm>
                          <a:off x="0" y="0"/>
                          <a:ext cx="2056734" cy="1156912"/>
                        </a:xfrm>
                        <a:prstGeom prst="rect">
                          <a:avLst/>
                        </a:prstGeom>
                        <a:ln w="3175">
                          <a:solidFill>
                            <a:prstClr val="ltGray"/>
                          </a:solidFill>
                        </a:ln>
                      </p166:spPr>
                    </pslz:zmPr>
                  </pslz:sldZmObj>
                </pslz:sldZm>
              </a:graphicData>
            </a:graphic>
          </p:graphicFrame>
        </mc:Choice>
        <mc:Fallback xmlns="">
          <p:pic>
            <p:nvPicPr>
              <p:cNvPr id="33" name="Slide Zoom 32">
                <a:hlinkClick r:id="rId6" action="ppaction://hlinksldjump"/>
                <a:extLst>
                  <a:ext uri="{FF2B5EF4-FFF2-40B4-BE49-F238E27FC236}">
                    <a16:creationId xmlns:a16="http://schemas.microsoft.com/office/drawing/2014/main" id="{BEED874C-7FF8-873B-16F3-4F63B311FF2E}"/>
                  </a:ext>
                </a:extLst>
              </p:cNvPr>
              <p:cNvPicPr>
                <a:picLocks noGrp="1" noRot="1" noChangeAspect="1" noMove="1" noResize="1" noEditPoints="1" noAdjustHandles="1" noChangeArrowheads="1" noChangeShapeType="1"/>
              </p:cNvPicPr>
              <p:nvPr/>
            </p:nvPicPr>
            <p:blipFill>
              <a:blip r:embed="rId5"/>
              <a:stretch>
                <a:fillRect/>
              </a:stretch>
            </p:blipFill>
            <p:spPr>
              <a:xfrm>
                <a:off x="8566961" y="5456238"/>
                <a:ext cx="2056734" cy="1156912"/>
              </a:xfrm>
              <a:prstGeom prst="rect">
                <a:avLst/>
              </a:prstGeom>
              <a:ln w="3175">
                <a:solidFill>
                  <a:prstClr val="ltGray"/>
                </a:solidFill>
              </a:ln>
            </p:spPr>
          </p:pic>
        </mc:Fallback>
      </mc:AlternateContent>
      <p:pic>
        <p:nvPicPr>
          <p:cNvPr id="12" name="Picture 11" descr="A black background with a black square&#10;&#10;AI-generated content may be incorrect.">
            <a:extLst>
              <a:ext uri="{FF2B5EF4-FFF2-40B4-BE49-F238E27FC236}">
                <a16:creationId xmlns:a16="http://schemas.microsoft.com/office/drawing/2014/main" id="{B80A5DA2-856F-7523-69DF-6454D8AEC82B}"/>
              </a:ext>
            </a:extLst>
          </p:cNvPr>
          <p:cNvPicPr>
            <a:picLocks noChangeAspect="1"/>
          </p:cNvPicPr>
          <p:nvPr/>
        </p:nvPicPr>
        <p:blipFill>
          <a:blip r:embed="rId7">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pic>
        <p:nvPicPr>
          <p:cNvPr id="36" name="Picture 35" descr="A logo of a globe with a graduation cap&#10;&#10;AI-generated content may be incorrect.">
            <a:extLst>
              <a:ext uri="{FF2B5EF4-FFF2-40B4-BE49-F238E27FC236}">
                <a16:creationId xmlns:a16="http://schemas.microsoft.com/office/drawing/2014/main" id="{659D7F95-C9B2-8E91-EE3E-953E2D21465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spTree>
    <p:extLst>
      <p:ext uri="{BB962C8B-B14F-4D97-AF65-F5344CB8AC3E}">
        <p14:creationId xmlns:p14="http://schemas.microsoft.com/office/powerpoint/2010/main" val="3741668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33B65-39E9-59CC-0650-B696081CF54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5084DB8-0C86-3D5A-42D3-8E0630694A27}"/>
              </a:ext>
            </a:extLst>
          </p:cNvPr>
          <p:cNvSpPr txBox="1"/>
          <p:nvPr/>
        </p:nvSpPr>
        <p:spPr>
          <a:xfrm>
            <a:off x="1663209" y="1381574"/>
            <a:ext cx="8865582" cy="769441"/>
          </a:xfrm>
          <a:prstGeom prst="rect">
            <a:avLst/>
          </a:prstGeom>
          <a:noFill/>
        </p:spPr>
        <p:txBody>
          <a:bodyPr wrap="square">
            <a:spAutoFit/>
          </a:bodyPr>
          <a:lstStyle/>
          <a:p>
            <a:r>
              <a:rPr lang="en-US" sz="4400" b="1" dirty="0"/>
              <a:t>EXPLORATORY DATASET ANALYSIS</a:t>
            </a:r>
          </a:p>
        </p:txBody>
      </p:sp>
      <p:grpSp>
        <p:nvGrpSpPr>
          <p:cNvPr id="8" name="Group 7">
            <a:extLst>
              <a:ext uri="{FF2B5EF4-FFF2-40B4-BE49-F238E27FC236}">
                <a16:creationId xmlns:a16="http://schemas.microsoft.com/office/drawing/2014/main" id="{2AE09145-29A0-A5CF-6D18-3765B7AC0432}"/>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24728B66-B269-4F54-8C13-309FC6265DF0}"/>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39ADBEC2-6461-6745-3C09-319B69E5ECBF}"/>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2592B389-7200-1CB1-0376-7E41CCFE26D2}"/>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grpSp>
        <p:nvGrpSpPr>
          <p:cNvPr id="36" name="Group 4">
            <a:extLst>
              <a:ext uri="{FF2B5EF4-FFF2-40B4-BE49-F238E27FC236}">
                <a16:creationId xmlns:a16="http://schemas.microsoft.com/office/drawing/2014/main" id="{7695044F-CF23-F5E3-1ED2-B7450C35CC0A}"/>
              </a:ext>
            </a:extLst>
          </p:cNvPr>
          <p:cNvGrpSpPr/>
          <p:nvPr/>
        </p:nvGrpSpPr>
        <p:grpSpPr>
          <a:xfrm>
            <a:off x="4308889" y="2440247"/>
            <a:ext cx="3706602" cy="3706602"/>
            <a:chOff x="0" y="0"/>
            <a:chExt cx="812800" cy="812800"/>
          </a:xfrm>
        </p:grpSpPr>
        <p:sp>
          <p:nvSpPr>
            <p:cNvPr id="37" name="Freeform 5">
              <a:extLst>
                <a:ext uri="{FF2B5EF4-FFF2-40B4-BE49-F238E27FC236}">
                  <a16:creationId xmlns:a16="http://schemas.microsoft.com/office/drawing/2014/main" id="{7F7DCBDF-5DBB-F706-2C49-C17E641F48F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A6A6A6"/>
              </a:solidFill>
              <a:prstDash val="solid"/>
              <a:miter/>
            </a:ln>
          </p:spPr>
          <p:txBody>
            <a:bodyPr/>
            <a:lstStyle/>
            <a:p>
              <a:endParaRPr lang="en-US"/>
            </a:p>
          </p:txBody>
        </p:sp>
        <p:sp>
          <p:nvSpPr>
            <p:cNvPr id="38" name="TextBox 6">
              <a:extLst>
                <a:ext uri="{FF2B5EF4-FFF2-40B4-BE49-F238E27FC236}">
                  <a16:creationId xmlns:a16="http://schemas.microsoft.com/office/drawing/2014/main" id="{55497273-CB07-9F8D-7A39-5C0A0346BB5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dirty="0"/>
            </a:p>
          </p:txBody>
        </p:sp>
      </p:grpSp>
      <p:grpSp>
        <p:nvGrpSpPr>
          <p:cNvPr id="11" name="Group 10">
            <a:extLst>
              <a:ext uri="{FF2B5EF4-FFF2-40B4-BE49-F238E27FC236}">
                <a16:creationId xmlns:a16="http://schemas.microsoft.com/office/drawing/2014/main" id="{F773F945-6822-9F53-8F51-D6F4F056D257}"/>
              </a:ext>
            </a:extLst>
          </p:cNvPr>
          <p:cNvGrpSpPr/>
          <p:nvPr/>
        </p:nvGrpSpPr>
        <p:grpSpPr>
          <a:xfrm>
            <a:off x="1238442" y="2524468"/>
            <a:ext cx="4431798" cy="1471034"/>
            <a:chOff x="790078" y="2254767"/>
            <a:chExt cx="4431798" cy="1471034"/>
          </a:xfrm>
        </p:grpSpPr>
        <p:grpSp>
          <p:nvGrpSpPr>
            <p:cNvPr id="2" name="Group 13">
              <a:extLst>
                <a:ext uri="{FF2B5EF4-FFF2-40B4-BE49-F238E27FC236}">
                  <a16:creationId xmlns:a16="http://schemas.microsoft.com/office/drawing/2014/main" id="{20761D30-E6C9-2603-4D02-F93840A44CD7}"/>
                </a:ext>
              </a:extLst>
            </p:cNvPr>
            <p:cNvGrpSpPr/>
            <p:nvPr/>
          </p:nvGrpSpPr>
          <p:grpSpPr>
            <a:xfrm>
              <a:off x="790078" y="2254767"/>
              <a:ext cx="4431798" cy="1471034"/>
              <a:chOff x="0" y="-38100"/>
              <a:chExt cx="1749683" cy="580768"/>
            </a:xfrm>
          </p:grpSpPr>
          <p:sp>
            <p:nvSpPr>
              <p:cNvPr id="3" name="Freeform 14">
                <a:extLst>
                  <a:ext uri="{FF2B5EF4-FFF2-40B4-BE49-F238E27FC236}">
                    <a16:creationId xmlns:a16="http://schemas.microsoft.com/office/drawing/2014/main" id="{E21C7A80-3FB7-66F3-FB65-DB9D14CD6988}"/>
                  </a:ext>
                </a:extLst>
              </p:cNvPr>
              <p:cNvSpPr/>
              <p:nvPr/>
            </p:nvSpPr>
            <p:spPr>
              <a:xfrm>
                <a:off x="0" y="0"/>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a:p>
            </p:txBody>
          </p:sp>
          <p:sp>
            <p:nvSpPr>
              <p:cNvPr id="4" name="TextBox 15">
                <a:extLst>
                  <a:ext uri="{FF2B5EF4-FFF2-40B4-BE49-F238E27FC236}">
                    <a16:creationId xmlns:a16="http://schemas.microsoft.com/office/drawing/2014/main" id="{BF0A8892-1DFF-5CC0-43DC-362F166DA38C}"/>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6" name="TextBox 16">
              <a:extLst>
                <a:ext uri="{FF2B5EF4-FFF2-40B4-BE49-F238E27FC236}">
                  <a16:creationId xmlns:a16="http://schemas.microsoft.com/office/drawing/2014/main" id="{0AF63F2B-82FB-B725-C367-CA939C9E6667}"/>
                </a:ext>
              </a:extLst>
            </p:cNvPr>
            <p:cNvSpPr txBox="1"/>
            <p:nvPr/>
          </p:nvSpPr>
          <p:spPr>
            <a:xfrm>
              <a:off x="1028700" y="2816712"/>
              <a:ext cx="3470909" cy="528799"/>
            </a:xfrm>
            <a:prstGeom prst="rect">
              <a:avLst/>
            </a:prstGeom>
          </p:spPr>
          <p:txBody>
            <a:bodyPr wrap="square" lIns="0" tIns="0" rIns="0" bIns="0" rtlCol="0" anchor="t">
              <a:spAutoFit/>
            </a:bodyPr>
            <a:lstStyle/>
            <a:p>
              <a:pPr>
                <a:lnSpc>
                  <a:spcPts val="2159"/>
                </a:lnSpc>
              </a:pPr>
              <a:r>
                <a:rPr lang="en-US" sz="1200" spc="-53" dirty="0">
                  <a:solidFill>
                    <a:srgbClr val="1B1B1B"/>
                  </a:solidFill>
                  <a:latin typeface="Helvetica World"/>
                  <a:ea typeface="Helvetica World"/>
                  <a:cs typeface="Helvetica World"/>
                  <a:sym typeface="Helvetica World"/>
                </a:rPr>
                <a:t>What is the dataset about?</a:t>
              </a:r>
              <a:br>
                <a:rPr lang="en-US" sz="1200" spc="-53" dirty="0">
                  <a:solidFill>
                    <a:srgbClr val="1B1B1B"/>
                  </a:solidFill>
                  <a:latin typeface="Helvetica World"/>
                  <a:ea typeface="Helvetica World"/>
                  <a:cs typeface="Helvetica World"/>
                  <a:sym typeface="Helvetica World"/>
                </a:rPr>
              </a:br>
              <a:r>
                <a:rPr lang="en-US" sz="1200" spc="-53" dirty="0">
                  <a:solidFill>
                    <a:srgbClr val="1B1B1B"/>
                  </a:solidFill>
                  <a:latin typeface="Helvetica World"/>
                  <a:ea typeface="Helvetica World"/>
                  <a:cs typeface="Helvetica World"/>
                  <a:sym typeface="Helvetica World"/>
                </a:rPr>
                <a:t>Ex: Job roles, automation risks, industries, salaries.</a:t>
              </a:r>
            </a:p>
          </p:txBody>
        </p:sp>
        <p:sp>
          <p:nvSpPr>
            <p:cNvPr id="7" name="TextBox 17">
              <a:extLst>
                <a:ext uri="{FF2B5EF4-FFF2-40B4-BE49-F238E27FC236}">
                  <a16:creationId xmlns:a16="http://schemas.microsoft.com/office/drawing/2014/main" id="{B604FF40-6114-9BEB-B40E-11472448CF08}"/>
                </a:ext>
              </a:extLst>
            </p:cNvPr>
            <p:cNvSpPr txBox="1"/>
            <p:nvPr/>
          </p:nvSpPr>
          <p:spPr>
            <a:xfrm>
              <a:off x="1028700" y="2425098"/>
              <a:ext cx="3470909" cy="246671"/>
            </a:xfrm>
            <a:prstGeom prst="rect">
              <a:avLst/>
            </a:prstGeom>
          </p:spPr>
          <p:txBody>
            <a:bodyPr wrap="square" lIns="0" tIns="0" rIns="0" bIns="0" rtlCol="0" anchor="t">
              <a:spAutoFit/>
            </a:bodyPr>
            <a:lstStyle/>
            <a:p>
              <a:pPr algn="l">
                <a:lnSpc>
                  <a:spcPts val="2159"/>
                </a:lnSpc>
              </a:pPr>
              <a:r>
                <a:rPr lang="en-US" sz="1200" b="1" i="1" spc="-53" dirty="0">
                  <a:solidFill>
                    <a:srgbClr val="1B1B1B"/>
                  </a:solidFill>
                  <a:latin typeface="Helvetica World Bold Italics"/>
                  <a:ea typeface="Helvetica World Bold Italics"/>
                  <a:cs typeface="Helvetica World Bold Italics"/>
                  <a:sym typeface="Helvetica World Bold Italics"/>
                </a:rPr>
                <a:t>What?</a:t>
              </a:r>
            </a:p>
          </p:txBody>
        </p:sp>
      </p:grpSp>
      <p:grpSp>
        <p:nvGrpSpPr>
          <p:cNvPr id="13" name="Group 12">
            <a:extLst>
              <a:ext uri="{FF2B5EF4-FFF2-40B4-BE49-F238E27FC236}">
                <a16:creationId xmlns:a16="http://schemas.microsoft.com/office/drawing/2014/main" id="{465AC57B-44BA-1261-A723-F01A859796DA}"/>
              </a:ext>
            </a:extLst>
          </p:cNvPr>
          <p:cNvGrpSpPr/>
          <p:nvPr/>
        </p:nvGrpSpPr>
        <p:grpSpPr>
          <a:xfrm>
            <a:off x="1238442" y="4461179"/>
            <a:ext cx="4431798" cy="1471034"/>
            <a:chOff x="790078" y="2254767"/>
            <a:chExt cx="4431798" cy="1471034"/>
          </a:xfrm>
        </p:grpSpPr>
        <p:grpSp>
          <p:nvGrpSpPr>
            <p:cNvPr id="16" name="Group 13">
              <a:extLst>
                <a:ext uri="{FF2B5EF4-FFF2-40B4-BE49-F238E27FC236}">
                  <a16:creationId xmlns:a16="http://schemas.microsoft.com/office/drawing/2014/main" id="{B04FA626-7FDD-81CB-3430-80E4164DFAD2}"/>
                </a:ext>
              </a:extLst>
            </p:cNvPr>
            <p:cNvGrpSpPr/>
            <p:nvPr/>
          </p:nvGrpSpPr>
          <p:grpSpPr>
            <a:xfrm>
              <a:off x="790078" y="2254767"/>
              <a:ext cx="4431798" cy="1471034"/>
              <a:chOff x="0" y="-38100"/>
              <a:chExt cx="1749683" cy="580768"/>
            </a:xfrm>
          </p:grpSpPr>
          <p:sp>
            <p:nvSpPr>
              <p:cNvPr id="19" name="Freeform 14">
                <a:extLst>
                  <a:ext uri="{FF2B5EF4-FFF2-40B4-BE49-F238E27FC236}">
                    <a16:creationId xmlns:a16="http://schemas.microsoft.com/office/drawing/2014/main" id="{D32E6A79-BBB6-4537-251B-57583F670F4A}"/>
                  </a:ext>
                </a:extLst>
              </p:cNvPr>
              <p:cNvSpPr/>
              <p:nvPr/>
            </p:nvSpPr>
            <p:spPr>
              <a:xfrm>
                <a:off x="0" y="0"/>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a:p>
            </p:txBody>
          </p:sp>
          <p:sp>
            <p:nvSpPr>
              <p:cNvPr id="20" name="TextBox 15">
                <a:extLst>
                  <a:ext uri="{FF2B5EF4-FFF2-40B4-BE49-F238E27FC236}">
                    <a16:creationId xmlns:a16="http://schemas.microsoft.com/office/drawing/2014/main" id="{4581140F-078E-0E97-7F5C-40D62BDD40A0}"/>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17" name="TextBox 16">
              <a:extLst>
                <a:ext uri="{FF2B5EF4-FFF2-40B4-BE49-F238E27FC236}">
                  <a16:creationId xmlns:a16="http://schemas.microsoft.com/office/drawing/2014/main" id="{D9292401-532B-1ED8-4E70-F6974E585E7B}"/>
                </a:ext>
              </a:extLst>
            </p:cNvPr>
            <p:cNvSpPr txBox="1"/>
            <p:nvPr/>
          </p:nvSpPr>
          <p:spPr>
            <a:xfrm>
              <a:off x="1028700" y="2816712"/>
              <a:ext cx="3470909" cy="246671"/>
            </a:xfrm>
            <a:prstGeom prst="rect">
              <a:avLst/>
            </a:prstGeom>
          </p:spPr>
          <p:txBody>
            <a:bodyPr wrap="square" lIns="0" tIns="0" rIns="0" bIns="0" rtlCol="0" anchor="t">
              <a:spAutoFit/>
            </a:bodyPr>
            <a:lstStyle/>
            <a:p>
              <a:pPr>
                <a:lnSpc>
                  <a:spcPts val="2159"/>
                </a:lnSpc>
              </a:pPr>
              <a:r>
                <a:rPr lang="en-US" sz="1200" spc="-53" dirty="0">
                  <a:solidFill>
                    <a:srgbClr val="1B1B1B"/>
                  </a:solidFill>
                  <a:latin typeface="Helvetica World"/>
                  <a:ea typeface="Helvetica World"/>
                  <a:cs typeface="Helvetica World"/>
                  <a:sym typeface="Helvetica World"/>
                </a:rPr>
                <a:t>When was this data collected?</a:t>
              </a:r>
            </a:p>
          </p:txBody>
        </p:sp>
        <p:sp>
          <p:nvSpPr>
            <p:cNvPr id="18" name="TextBox 17">
              <a:extLst>
                <a:ext uri="{FF2B5EF4-FFF2-40B4-BE49-F238E27FC236}">
                  <a16:creationId xmlns:a16="http://schemas.microsoft.com/office/drawing/2014/main" id="{CEE836CF-46F2-E511-5343-D080D173D8F3}"/>
                </a:ext>
              </a:extLst>
            </p:cNvPr>
            <p:cNvSpPr txBox="1"/>
            <p:nvPr/>
          </p:nvSpPr>
          <p:spPr>
            <a:xfrm>
              <a:off x="1028700" y="2425098"/>
              <a:ext cx="3470909" cy="246671"/>
            </a:xfrm>
            <a:prstGeom prst="rect">
              <a:avLst/>
            </a:prstGeom>
          </p:spPr>
          <p:txBody>
            <a:bodyPr wrap="square" lIns="0" tIns="0" rIns="0" bIns="0" rtlCol="0" anchor="t">
              <a:spAutoFit/>
            </a:bodyPr>
            <a:lstStyle/>
            <a:p>
              <a:pPr algn="l">
                <a:lnSpc>
                  <a:spcPts val="2159"/>
                </a:lnSpc>
              </a:pPr>
              <a:r>
                <a:rPr lang="en-US" sz="1200" b="1" i="1" spc="-53" dirty="0">
                  <a:solidFill>
                    <a:srgbClr val="1B1B1B"/>
                  </a:solidFill>
                  <a:latin typeface="Helvetica World Bold Italics"/>
                  <a:ea typeface="Helvetica World Bold Italics"/>
                  <a:cs typeface="Helvetica World Bold Italics"/>
                  <a:sym typeface="Helvetica World Bold Italics"/>
                </a:rPr>
                <a:t>When?</a:t>
              </a:r>
            </a:p>
          </p:txBody>
        </p:sp>
      </p:grpSp>
      <p:grpSp>
        <p:nvGrpSpPr>
          <p:cNvPr id="21" name="Group 20">
            <a:extLst>
              <a:ext uri="{FF2B5EF4-FFF2-40B4-BE49-F238E27FC236}">
                <a16:creationId xmlns:a16="http://schemas.microsoft.com/office/drawing/2014/main" id="{F889A25C-2449-A4B4-BF6D-871297C564EB}"/>
              </a:ext>
            </a:extLst>
          </p:cNvPr>
          <p:cNvGrpSpPr/>
          <p:nvPr/>
        </p:nvGrpSpPr>
        <p:grpSpPr>
          <a:xfrm>
            <a:off x="6654139" y="2524468"/>
            <a:ext cx="4431798" cy="1471034"/>
            <a:chOff x="790078" y="2254767"/>
            <a:chExt cx="4431798" cy="1471034"/>
          </a:xfrm>
        </p:grpSpPr>
        <p:grpSp>
          <p:nvGrpSpPr>
            <p:cNvPr id="22" name="Group 13">
              <a:extLst>
                <a:ext uri="{FF2B5EF4-FFF2-40B4-BE49-F238E27FC236}">
                  <a16:creationId xmlns:a16="http://schemas.microsoft.com/office/drawing/2014/main" id="{759C201E-D3AE-203F-E265-CF170F3F604D}"/>
                </a:ext>
              </a:extLst>
            </p:cNvPr>
            <p:cNvGrpSpPr/>
            <p:nvPr/>
          </p:nvGrpSpPr>
          <p:grpSpPr>
            <a:xfrm>
              <a:off x="790078" y="2254767"/>
              <a:ext cx="4431798" cy="1471034"/>
              <a:chOff x="0" y="-38100"/>
              <a:chExt cx="1749683" cy="580768"/>
            </a:xfrm>
          </p:grpSpPr>
          <p:sp>
            <p:nvSpPr>
              <p:cNvPr id="25" name="Freeform 14">
                <a:extLst>
                  <a:ext uri="{FF2B5EF4-FFF2-40B4-BE49-F238E27FC236}">
                    <a16:creationId xmlns:a16="http://schemas.microsoft.com/office/drawing/2014/main" id="{83ACB005-7255-49CE-AD10-182F9747B0D0}"/>
                  </a:ext>
                </a:extLst>
              </p:cNvPr>
              <p:cNvSpPr/>
              <p:nvPr/>
            </p:nvSpPr>
            <p:spPr>
              <a:xfrm>
                <a:off x="0" y="0"/>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a:p>
            </p:txBody>
          </p:sp>
          <p:sp>
            <p:nvSpPr>
              <p:cNvPr id="26" name="TextBox 15">
                <a:extLst>
                  <a:ext uri="{FF2B5EF4-FFF2-40B4-BE49-F238E27FC236}">
                    <a16:creationId xmlns:a16="http://schemas.microsoft.com/office/drawing/2014/main" id="{73E0F94F-7848-7403-80F8-65F71CC90854}"/>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23" name="TextBox 22">
              <a:extLst>
                <a:ext uri="{FF2B5EF4-FFF2-40B4-BE49-F238E27FC236}">
                  <a16:creationId xmlns:a16="http://schemas.microsoft.com/office/drawing/2014/main" id="{79FC3386-EDA1-7FB3-57FF-403622018B4D}"/>
                </a:ext>
              </a:extLst>
            </p:cNvPr>
            <p:cNvSpPr txBox="1"/>
            <p:nvPr/>
          </p:nvSpPr>
          <p:spPr>
            <a:xfrm>
              <a:off x="1028700" y="2816712"/>
              <a:ext cx="3470909" cy="528799"/>
            </a:xfrm>
            <a:prstGeom prst="rect">
              <a:avLst/>
            </a:prstGeom>
          </p:spPr>
          <p:txBody>
            <a:bodyPr wrap="square" lIns="0" tIns="0" rIns="0" bIns="0" rtlCol="0" anchor="t">
              <a:spAutoFit/>
            </a:bodyPr>
            <a:lstStyle/>
            <a:p>
              <a:pPr>
                <a:lnSpc>
                  <a:spcPts val="2159"/>
                </a:lnSpc>
              </a:pPr>
              <a:r>
                <a:rPr lang="en-US" sz="1200" spc="-53" dirty="0">
                  <a:solidFill>
                    <a:srgbClr val="1B1B1B"/>
                  </a:solidFill>
                  <a:latin typeface="Helvetica World"/>
                  <a:ea typeface="Helvetica World"/>
                  <a:cs typeface="Helvetica World"/>
                  <a:sym typeface="Helvetica World"/>
                </a:rPr>
                <a:t>Who does the data represent?</a:t>
              </a:r>
              <a:br>
                <a:rPr lang="en-US" sz="1200" spc="-53" dirty="0">
                  <a:solidFill>
                    <a:srgbClr val="1B1B1B"/>
                  </a:solidFill>
                  <a:latin typeface="Helvetica World"/>
                  <a:ea typeface="Helvetica World"/>
                  <a:cs typeface="Helvetica World"/>
                  <a:sym typeface="Helvetica World"/>
                </a:rPr>
              </a:br>
              <a:r>
                <a:rPr lang="en-US" sz="1200" spc="-53" dirty="0">
                  <a:solidFill>
                    <a:srgbClr val="1B1B1B"/>
                  </a:solidFill>
                  <a:latin typeface="Helvetica World"/>
                  <a:ea typeface="Helvetica World"/>
                  <a:cs typeface="Helvetica World"/>
                  <a:sym typeface="Helvetica World"/>
                </a:rPr>
                <a:t>Ex: Employees, job categories, industries affected by AI</a:t>
              </a:r>
            </a:p>
          </p:txBody>
        </p:sp>
        <p:sp>
          <p:nvSpPr>
            <p:cNvPr id="24" name="TextBox 23">
              <a:extLst>
                <a:ext uri="{FF2B5EF4-FFF2-40B4-BE49-F238E27FC236}">
                  <a16:creationId xmlns:a16="http://schemas.microsoft.com/office/drawing/2014/main" id="{7AE0B6D4-0327-2928-C5B0-496532D07A13}"/>
                </a:ext>
              </a:extLst>
            </p:cNvPr>
            <p:cNvSpPr txBox="1"/>
            <p:nvPr/>
          </p:nvSpPr>
          <p:spPr>
            <a:xfrm>
              <a:off x="1028700" y="2425098"/>
              <a:ext cx="3470909" cy="252505"/>
            </a:xfrm>
            <a:prstGeom prst="rect">
              <a:avLst/>
            </a:prstGeom>
          </p:spPr>
          <p:txBody>
            <a:bodyPr wrap="square" lIns="0" tIns="0" rIns="0" bIns="0" rtlCol="0" anchor="t">
              <a:spAutoFit/>
            </a:bodyPr>
            <a:lstStyle/>
            <a:p>
              <a:pPr>
                <a:lnSpc>
                  <a:spcPts val="2159"/>
                </a:lnSpc>
              </a:pPr>
              <a:r>
                <a:rPr lang="en-US" sz="1200" b="1" i="1" spc="-53" dirty="0">
                  <a:solidFill>
                    <a:srgbClr val="1B1B1B"/>
                  </a:solidFill>
                  <a:latin typeface="Helvetica World Bold Italics"/>
                  <a:ea typeface="Helvetica World Bold Italics"/>
                  <a:cs typeface="Helvetica World Bold Italics"/>
                </a:rPr>
                <a:t>Who?</a:t>
              </a:r>
              <a:endParaRPr lang="en-US" sz="1200" b="1" i="1" spc="-53" dirty="0">
                <a:solidFill>
                  <a:srgbClr val="1B1B1B"/>
                </a:solidFill>
                <a:latin typeface="Helvetica World Bold Italics"/>
                <a:ea typeface="Helvetica World Bold Italics"/>
                <a:cs typeface="Helvetica World Bold Italics"/>
                <a:sym typeface="Helvetica World Bold Italics"/>
              </a:endParaRPr>
            </a:p>
          </p:txBody>
        </p:sp>
      </p:grpSp>
      <p:pic>
        <p:nvPicPr>
          <p:cNvPr id="27" name="Picture 26" descr="A black background with a black square&#10;&#10;AI-generated content may be incorrect.">
            <a:extLst>
              <a:ext uri="{FF2B5EF4-FFF2-40B4-BE49-F238E27FC236}">
                <a16:creationId xmlns:a16="http://schemas.microsoft.com/office/drawing/2014/main" id="{0F662B43-C2A2-EA13-06BD-D559EDE8A093}"/>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mc:AlternateContent xmlns:mc="http://schemas.openxmlformats.org/markup-compatibility/2006" xmlns:pslz="http://schemas.microsoft.com/office/powerpoint/2016/slidezoom">
        <mc:Choice Requires="pslz">
          <p:graphicFrame>
            <p:nvGraphicFramePr>
              <p:cNvPr id="29" name="Slide Zoom 28">
                <a:extLst>
                  <a:ext uri="{FF2B5EF4-FFF2-40B4-BE49-F238E27FC236}">
                    <a16:creationId xmlns:a16="http://schemas.microsoft.com/office/drawing/2014/main" id="{400B0035-45B6-1E54-731E-5E5426F336EE}"/>
                  </a:ext>
                </a:extLst>
              </p:cNvPr>
              <p:cNvGraphicFramePr>
                <a:graphicFrameLocks noChangeAspect="1"/>
              </p:cNvGraphicFramePr>
              <p:nvPr>
                <p:extLst>
                  <p:ext uri="{D42A27DB-BD31-4B8C-83A1-F6EECF244321}">
                    <p14:modId xmlns:p14="http://schemas.microsoft.com/office/powerpoint/2010/main" val="839469249"/>
                  </p:ext>
                </p:extLst>
              </p:nvPr>
            </p:nvGraphicFramePr>
            <p:xfrm>
              <a:off x="10643788" y="1036427"/>
              <a:ext cx="1375778" cy="773876"/>
            </p:xfrm>
            <a:graphic>
              <a:graphicData uri="http://schemas.microsoft.com/office/powerpoint/2016/slidezoom">
                <pslz:sldZm>
                  <pslz:sldZmObj sldId="267" cId="1055929104">
                    <pslz:zmPr id="{C7291C9C-0C78-4CB5-A56C-17BC67184F2A}" transitionDur="1000">
                      <p166:blipFill xmlns:p166="http://schemas.microsoft.com/office/powerpoint/2016/6/main">
                        <a:blip r:embed="rId3"/>
                        <a:stretch>
                          <a:fillRect/>
                        </a:stretch>
                      </p166:blipFill>
                      <p166:spPr xmlns:p166="http://schemas.microsoft.com/office/powerpoint/2016/6/main">
                        <a:xfrm>
                          <a:off x="0" y="0"/>
                          <a:ext cx="1375778" cy="773876"/>
                        </a:xfrm>
                        <a:prstGeom prst="rect">
                          <a:avLst/>
                        </a:prstGeom>
                        <a:ln w="3175">
                          <a:solidFill>
                            <a:prstClr val="ltGray"/>
                          </a:solidFill>
                        </a:ln>
                      </p166:spPr>
                    </pslz:zmPr>
                  </pslz:sldZmObj>
                </pslz:sldZm>
              </a:graphicData>
            </a:graphic>
          </p:graphicFrame>
        </mc:Choice>
        <mc:Fallback xmlns="">
          <p:pic>
            <p:nvPicPr>
              <p:cNvPr id="29" name="Slide Zoom 28">
                <a:hlinkClick r:id="rId4" action="ppaction://hlinksldjump"/>
                <a:extLst>
                  <a:ext uri="{FF2B5EF4-FFF2-40B4-BE49-F238E27FC236}">
                    <a16:creationId xmlns:a16="http://schemas.microsoft.com/office/drawing/2014/main" id="{400B0035-45B6-1E54-731E-5E5426F336EE}"/>
                  </a:ext>
                </a:extLst>
              </p:cNvPr>
              <p:cNvPicPr>
                <a:picLocks noGrp="1" noRot="1" noChangeAspect="1" noMove="1" noResize="1" noEditPoints="1" noAdjustHandles="1" noChangeArrowheads="1" noChangeShapeType="1"/>
              </p:cNvPicPr>
              <p:nvPr/>
            </p:nvPicPr>
            <p:blipFill>
              <a:blip r:embed="rId5"/>
              <a:stretch>
                <a:fillRect/>
              </a:stretch>
            </p:blipFill>
            <p:spPr>
              <a:xfrm>
                <a:off x="10643788" y="1036427"/>
                <a:ext cx="1375778" cy="773876"/>
              </a:xfrm>
              <a:prstGeom prst="rect">
                <a:avLst/>
              </a:prstGeom>
              <a:ln w="3175">
                <a:solidFill>
                  <a:prstClr val="ltGray"/>
                </a:solidFill>
              </a:ln>
            </p:spPr>
          </p:pic>
        </mc:Fallback>
      </mc:AlternateContent>
      <p:grpSp>
        <p:nvGrpSpPr>
          <p:cNvPr id="30" name="Group 29">
            <a:extLst>
              <a:ext uri="{FF2B5EF4-FFF2-40B4-BE49-F238E27FC236}">
                <a16:creationId xmlns:a16="http://schemas.microsoft.com/office/drawing/2014/main" id="{0708566B-4EB7-D689-8425-C81A28E8DF39}"/>
              </a:ext>
            </a:extLst>
          </p:cNvPr>
          <p:cNvGrpSpPr/>
          <p:nvPr/>
        </p:nvGrpSpPr>
        <p:grpSpPr>
          <a:xfrm>
            <a:off x="6654139" y="4461179"/>
            <a:ext cx="4431798" cy="1471034"/>
            <a:chOff x="790078" y="2254767"/>
            <a:chExt cx="4431798" cy="1471034"/>
          </a:xfrm>
        </p:grpSpPr>
        <p:grpSp>
          <p:nvGrpSpPr>
            <p:cNvPr id="31" name="Group 13">
              <a:extLst>
                <a:ext uri="{FF2B5EF4-FFF2-40B4-BE49-F238E27FC236}">
                  <a16:creationId xmlns:a16="http://schemas.microsoft.com/office/drawing/2014/main" id="{9EF9F686-8719-0084-B0C8-888D76467AA8}"/>
                </a:ext>
              </a:extLst>
            </p:cNvPr>
            <p:cNvGrpSpPr/>
            <p:nvPr/>
          </p:nvGrpSpPr>
          <p:grpSpPr>
            <a:xfrm>
              <a:off x="790078" y="2254767"/>
              <a:ext cx="4431798" cy="1471034"/>
              <a:chOff x="0" y="-38100"/>
              <a:chExt cx="1749683" cy="580768"/>
            </a:xfrm>
          </p:grpSpPr>
          <p:sp>
            <p:nvSpPr>
              <p:cNvPr id="35" name="Freeform 14">
                <a:extLst>
                  <a:ext uri="{FF2B5EF4-FFF2-40B4-BE49-F238E27FC236}">
                    <a16:creationId xmlns:a16="http://schemas.microsoft.com/office/drawing/2014/main" id="{492F7D43-8EB7-CF6C-10D9-377C39F0E093}"/>
                  </a:ext>
                </a:extLst>
              </p:cNvPr>
              <p:cNvSpPr/>
              <p:nvPr/>
            </p:nvSpPr>
            <p:spPr>
              <a:xfrm>
                <a:off x="0" y="0"/>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a:p>
            </p:txBody>
          </p:sp>
          <p:sp>
            <p:nvSpPr>
              <p:cNvPr id="39" name="TextBox 15">
                <a:extLst>
                  <a:ext uri="{FF2B5EF4-FFF2-40B4-BE49-F238E27FC236}">
                    <a16:creationId xmlns:a16="http://schemas.microsoft.com/office/drawing/2014/main" id="{BA1F21EE-0B2C-7873-4DC1-FD3DAFD7AD0D}"/>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32" name="TextBox 31">
              <a:extLst>
                <a:ext uri="{FF2B5EF4-FFF2-40B4-BE49-F238E27FC236}">
                  <a16:creationId xmlns:a16="http://schemas.microsoft.com/office/drawing/2014/main" id="{D09839C9-FB5D-6779-6B97-DC2CC878DCF6}"/>
                </a:ext>
              </a:extLst>
            </p:cNvPr>
            <p:cNvSpPr txBox="1"/>
            <p:nvPr/>
          </p:nvSpPr>
          <p:spPr>
            <a:xfrm>
              <a:off x="1028700" y="2816712"/>
              <a:ext cx="3470909" cy="528799"/>
            </a:xfrm>
            <a:prstGeom prst="rect">
              <a:avLst/>
            </a:prstGeom>
          </p:spPr>
          <p:txBody>
            <a:bodyPr wrap="square" lIns="0" tIns="0" rIns="0" bIns="0" rtlCol="0" anchor="t">
              <a:spAutoFit/>
            </a:bodyPr>
            <a:lstStyle/>
            <a:p>
              <a:pPr>
                <a:lnSpc>
                  <a:spcPts val="2159"/>
                </a:lnSpc>
              </a:pPr>
              <a:r>
                <a:rPr lang="en-US" sz="1200" spc="-53" dirty="0">
                  <a:solidFill>
                    <a:srgbClr val="1B1B1B"/>
                  </a:solidFill>
                  <a:latin typeface="Helvetica World"/>
                  <a:ea typeface="Helvetica World"/>
                  <a:cs typeface="Helvetica World"/>
                  <a:sym typeface="Helvetica World"/>
                </a:rPr>
                <a:t>Where does this data come from?</a:t>
              </a:r>
            </a:p>
            <a:p>
              <a:pPr>
                <a:lnSpc>
                  <a:spcPts val="2159"/>
                </a:lnSpc>
              </a:pPr>
              <a:r>
                <a:rPr lang="en-US" sz="1200" spc="-53" dirty="0">
                  <a:solidFill>
                    <a:srgbClr val="1B1B1B"/>
                  </a:solidFill>
                  <a:latin typeface="Helvetica World"/>
                  <a:ea typeface="Helvetica World"/>
                  <a:cs typeface="Helvetica World"/>
                  <a:sym typeface="Helvetica World"/>
                </a:rPr>
                <a:t>Kaggle.com</a:t>
              </a:r>
            </a:p>
          </p:txBody>
        </p:sp>
        <p:sp>
          <p:nvSpPr>
            <p:cNvPr id="34" name="TextBox 33">
              <a:extLst>
                <a:ext uri="{FF2B5EF4-FFF2-40B4-BE49-F238E27FC236}">
                  <a16:creationId xmlns:a16="http://schemas.microsoft.com/office/drawing/2014/main" id="{7016AA30-D881-8817-AE1A-1ACE0ACE13FE}"/>
                </a:ext>
              </a:extLst>
            </p:cNvPr>
            <p:cNvSpPr txBox="1"/>
            <p:nvPr/>
          </p:nvSpPr>
          <p:spPr>
            <a:xfrm>
              <a:off x="1028700" y="2425098"/>
              <a:ext cx="3470909" cy="246671"/>
            </a:xfrm>
            <a:prstGeom prst="rect">
              <a:avLst/>
            </a:prstGeom>
          </p:spPr>
          <p:txBody>
            <a:bodyPr wrap="square" lIns="0" tIns="0" rIns="0" bIns="0" rtlCol="0" anchor="t">
              <a:spAutoFit/>
            </a:bodyPr>
            <a:lstStyle/>
            <a:p>
              <a:pPr algn="l">
                <a:lnSpc>
                  <a:spcPts val="2159"/>
                </a:lnSpc>
              </a:pPr>
              <a:r>
                <a:rPr lang="en-US" sz="1200" b="1" i="1" spc="-53" dirty="0">
                  <a:solidFill>
                    <a:srgbClr val="1B1B1B"/>
                  </a:solidFill>
                  <a:latin typeface="Helvetica World Bold Italics"/>
                  <a:ea typeface="Helvetica World Bold Italics"/>
                  <a:cs typeface="Helvetica World Bold Italics"/>
                  <a:sym typeface="Helvetica World Bold Italics"/>
                </a:rPr>
                <a:t>Where?</a:t>
              </a:r>
            </a:p>
          </p:txBody>
        </p:sp>
      </p:grpSp>
      <p:pic>
        <p:nvPicPr>
          <p:cNvPr id="40" name="Picture 39" descr="A logo of a globe with a graduation cap&#10;&#10;AI-generated content may be incorrect.">
            <a:extLst>
              <a:ext uri="{FF2B5EF4-FFF2-40B4-BE49-F238E27FC236}">
                <a16:creationId xmlns:a16="http://schemas.microsoft.com/office/drawing/2014/main" id="{90328F03-6790-421F-95AE-438DF4A91B3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2434" y="1036427"/>
            <a:ext cx="842050" cy="698406"/>
          </a:xfrm>
          <a:prstGeom prst="rect">
            <a:avLst/>
          </a:prstGeom>
        </p:spPr>
      </p:pic>
    </p:spTree>
    <p:extLst>
      <p:ext uri="{BB962C8B-B14F-4D97-AF65-F5344CB8AC3E}">
        <p14:creationId xmlns:p14="http://schemas.microsoft.com/office/powerpoint/2010/main" val="3484056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3176E-9686-6849-9906-C0B3C6282C9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D3A4095-904C-4ED3-2806-318DF5301AF6}"/>
              </a:ext>
            </a:extLst>
          </p:cNvPr>
          <p:cNvSpPr txBox="1"/>
          <p:nvPr/>
        </p:nvSpPr>
        <p:spPr>
          <a:xfrm>
            <a:off x="3803792" y="1049621"/>
            <a:ext cx="4584417" cy="646331"/>
          </a:xfrm>
          <a:prstGeom prst="rect">
            <a:avLst/>
          </a:prstGeom>
          <a:noFill/>
        </p:spPr>
        <p:txBody>
          <a:bodyPr wrap="square">
            <a:spAutoFit/>
          </a:bodyPr>
          <a:lstStyle/>
          <a:p>
            <a:r>
              <a:rPr lang="en-US" sz="3600" b="1" dirty="0"/>
              <a:t>DATA VISUALIZATION</a:t>
            </a:r>
          </a:p>
        </p:txBody>
      </p:sp>
      <p:grpSp>
        <p:nvGrpSpPr>
          <p:cNvPr id="8" name="Group 7">
            <a:extLst>
              <a:ext uri="{FF2B5EF4-FFF2-40B4-BE49-F238E27FC236}">
                <a16:creationId xmlns:a16="http://schemas.microsoft.com/office/drawing/2014/main" id="{05D30C77-6DD0-004A-39EB-D1BC5939A732}"/>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49E86D8D-6CDB-D519-6941-137162F59455}"/>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3F77AB89-00BA-2EC5-ECA6-07DDFDEF890A}"/>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4B9DEDEA-844E-DE05-C1E1-3B8DA134394D}"/>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pic>
        <p:nvPicPr>
          <p:cNvPr id="2" name="Picture 1" descr="A black background with a black square&#10;&#10;AI-generated content may be incorrect.">
            <a:extLst>
              <a:ext uri="{FF2B5EF4-FFF2-40B4-BE49-F238E27FC236}">
                <a16:creationId xmlns:a16="http://schemas.microsoft.com/office/drawing/2014/main" id="{C309AAE9-3361-1A93-8BAD-F77B4C5A5C62}"/>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sp>
        <p:nvSpPr>
          <p:cNvPr id="21" name="TextBox 20">
            <a:extLst>
              <a:ext uri="{FF2B5EF4-FFF2-40B4-BE49-F238E27FC236}">
                <a16:creationId xmlns:a16="http://schemas.microsoft.com/office/drawing/2014/main" id="{30CF97BB-169C-7241-8A29-E4F3BD850288}"/>
              </a:ext>
            </a:extLst>
          </p:cNvPr>
          <p:cNvSpPr txBox="1"/>
          <p:nvPr/>
        </p:nvSpPr>
        <p:spPr>
          <a:xfrm>
            <a:off x="4935927" y="2073375"/>
            <a:ext cx="2067620" cy="646331"/>
          </a:xfrm>
          <a:prstGeom prst="rect">
            <a:avLst/>
          </a:prstGeom>
          <a:noFill/>
        </p:spPr>
        <p:txBody>
          <a:bodyPr wrap="square">
            <a:spAutoFit/>
          </a:bodyPr>
          <a:lstStyle/>
          <a:p>
            <a:r>
              <a:rPr lang="en-US" sz="3600" b="1" dirty="0"/>
              <a:t>TABLEAU</a:t>
            </a:r>
          </a:p>
        </p:txBody>
      </p:sp>
      <p:pic>
        <p:nvPicPr>
          <p:cNvPr id="24" name="Picture 23" descr="A logo of a globe with a graduation cap&#10;&#10;AI-generated content may be incorrect.">
            <a:extLst>
              <a:ext uri="{FF2B5EF4-FFF2-40B4-BE49-F238E27FC236}">
                <a16:creationId xmlns:a16="http://schemas.microsoft.com/office/drawing/2014/main" id="{15CB9FF2-B52B-FBB6-734B-B9B71C0E77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mc:AlternateContent xmlns:mc="http://schemas.openxmlformats.org/markup-compatibility/2006">
        <mc:Choice xmlns:pslz="http://schemas.microsoft.com/office/powerpoint/2016/slidezoom" Requires="pslz">
          <p:graphicFrame>
            <p:nvGraphicFramePr>
              <p:cNvPr id="18" name="Slide Zoom 17">
                <a:extLst>
                  <a:ext uri="{FF2B5EF4-FFF2-40B4-BE49-F238E27FC236}">
                    <a16:creationId xmlns:a16="http://schemas.microsoft.com/office/drawing/2014/main" id="{28B0ED81-485E-0437-434E-EAC835F0F6B6}"/>
                  </a:ext>
                </a:extLst>
              </p:cNvPr>
              <p:cNvGraphicFramePr>
                <a:graphicFrameLocks noChangeAspect="1"/>
              </p:cNvGraphicFramePr>
              <p:nvPr>
                <p:extLst>
                  <p:ext uri="{D42A27DB-BD31-4B8C-83A1-F6EECF244321}">
                    <p14:modId xmlns:p14="http://schemas.microsoft.com/office/powerpoint/2010/main" val="3930836483"/>
                  </p:ext>
                </p:extLst>
              </p:nvPr>
            </p:nvGraphicFramePr>
            <p:xfrm>
              <a:off x="458717" y="2271764"/>
              <a:ext cx="3048000" cy="1714500"/>
            </p:xfrm>
            <a:graphic>
              <a:graphicData uri="http://schemas.microsoft.com/office/powerpoint/2016/slidezoom">
                <pslz:sldZm>
                  <pslz:sldZmObj sldId="272" cId="3297785452">
                    <pslz:zmPr id="{B32D395E-850A-4493-9585-2A266DACEDCD}" returnToParent="0" transitionDur="1000">
                      <p166:blipFill xmlns:p166="http://schemas.microsoft.com/office/powerpoint/2016/6/main">
                        <a:blip r:embed="rId4"/>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18" name="Slide Zoom 17">
                <a:hlinkClick r:id="rId5" action="ppaction://hlinksldjump"/>
                <a:extLst>
                  <a:ext uri="{FF2B5EF4-FFF2-40B4-BE49-F238E27FC236}">
                    <a16:creationId xmlns:a16="http://schemas.microsoft.com/office/drawing/2014/main" id="{28B0ED81-485E-0437-434E-EAC835F0F6B6}"/>
                  </a:ext>
                </a:extLst>
              </p:cNvPr>
              <p:cNvPicPr>
                <a:picLocks noGrp="1" noRot="1" noChangeAspect="1" noMove="1" noResize="1" noEditPoints="1" noAdjustHandles="1" noChangeArrowheads="1" noChangeShapeType="1"/>
              </p:cNvPicPr>
              <p:nvPr/>
            </p:nvPicPr>
            <p:blipFill>
              <a:blip r:embed="rId4"/>
              <a:stretch>
                <a:fillRect/>
              </a:stretch>
            </p:blipFill>
            <p:spPr>
              <a:xfrm>
                <a:off x="458717" y="2271764"/>
                <a:ext cx="3048000" cy="17145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7" name="Slide Zoom 6">
                <a:extLst>
                  <a:ext uri="{FF2B5EF4-FFF2-40B4-BE49-F238E27FC236}">
                    <a16:creationId xmlns:a16="http://schemas.microsoft.com/office/drawing/2014/main" id="{4F52F84B-E7CB-F2BA-26F0-BADD6BC10A39}"/>
                  </a:ext>
                </a:extLst>
              </p:cNvPr>
              <p:cNvGraphicFramePr>
                <a:graphicFrameLocks noChangeAspect="1"/>
              </p:cNvGraphicFramePr>
              <p:nvPr>
                <p:extLst>
                  <p:ext uri="{D42A27DB-BD31-4B8C-83A1-F6EECF244321}">
                    <p14:modId xmlns:p14="http://schemas.microsoft.com/office/powerpoint/2010/main" val="4040060336"/>
                  </p:ext>
                </p:extLst>
              </p:nvPr>
            </p:nvGraphicFramePr>
            <p:xfrm>
              <a:off x="458717" y="4592279"/>
              <a:ext cx="3048000" cy="1714500"/>
            </p:xfrm>
            <a:graphic>
              <a:graphicData uri="http://schemas.microsoft.com/office/powerpoint/2016/slidezoom">
                <pslz:sldZm>
                  <pslz:sldZmObj sldId="274" cId="1914445418">
                    <pslz:zmPr id="{33655F99-4281-488D-9B8A-E3E8FF882C17}" returnToParent="0" transitionDur="1000">
                      <p166:blipFill xmlns:p166="http://schemas.microsoft.com/office/powerpoint/2016/6/main">
                        <a:blip r:embed="rId6"/>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7" name="Slide Zoom 6">
                <a:hlinkClick r:id="rId7" action="ppaction://hlinksldjump"/>
                <a:extLst>
                  <a:ext uri="{FF2B5EF4-FFF2-40B4-BE49-F238E27FC236}">
                    <a16:creationId xmlns:a16="http://schemas.microsoft.com/office/drawing/2014/main" id="{4F52F84B-E7CB-F2BA-26F0-BADD6BC10A39}"/>
                  </a:ext>
                </a:extLst>
              </p:cNvPr>
              <p:cNvPicPr>
                <a:picLocks noGrp="1" noRot="1" noChangeAspect="1" noMove="1" noResize="1" noEditPoints="1" noAdjustHandles="1" noChangeArrowheads="1" noChangeShapeType="1"/>
              </p:cNvPicPr>
              <p:nvPr/>
            </p:nvPicPr>
            <p:blipFill>
              <a:blip r:embed="rId6"/>
              <a:stretch>
                <a:fillRect/>
              </a:stretch>
            </p:blipFill>
            <p:spPr>
              <a:xfrm>
                <a:off x="458717" y="4592279"/>
                <a:ext cx="3048000" cy="17145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5" name="Slide Zoom 14">
                <a:extLst>
                  <a:ext uri="{FF2B5EF4-FFF2-40B4-BE49-F238E27FC236}">
                    <a16:creationId xmlns:a16="http://schemas.microsoft.com/office/drawing/2014/main" id="{0C3C2B3C-CFDE-682D-5D0D-6E0DCD088036}"/>
                  </a:ext>
                </a:extLst>
              </p:cNvPr>
              <p:cNvGraphicFramePr>
                <a:graphicFrameLocks noChangeAspect="1"/>
              </p:cNvGraphicFramePr>
              <p:nvPr>
                <p:extLst>
                  <p:ext uri="{D42A27DB-BD31-4B8C-83A1-F6EECF244321}">
                    <p14:modId xmlns:p14="http://schemas.microsoft.com/office/powerpoint/2010/main" val="69848311"/>
                  </p:ext>
                </p:extLst>
              </p:nvPr>
            </p:nvGraphicFramePr>
            <p:xfrm>
              <a:off x="8532885" y="2419350"/>
              <a:ext cx="3048000" cy="1714500"/>
            </p:xfrm>
            <a:graphic>
              <a:graphicData uri="http://schemas.microsoft.com/office/powerpoint/2016/slidezoom">
                <pslz:sldZm>
                  <pslz:sldZmObj sldId="273" cId="2118529379">
                    <pslz:zmPr id="{92C356A9-2953-4643-822E-5C20826A5297}" returnToParent="0" transitionDur="1000">
                      <p166:blipFill xmlns:p166="http://schemas.microsoft.com/office/powerpoint/2016/6/main">
                        <a:blip r:embed="rId8"/>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15" name="Slide Zoom 14">
                <a:hlinkClick r:id="rId9" action="ppaction://hlinksldjump"/>
                <a:extLst>
                  <a:ext uri="{FF2B5EF4-FFF2-40B4-BE49-F238E27FC236}">
                    <a16:creationId xmlns:a16="http://schemas.microsoft.com/office/drawing/2014/main" id="{0C3C2B3C-CFDE-682D-5D0D-6E0DCD088036}"/>
                  </a:ext>
                </a:extLst>
              </p:cNvPr>
              <p:cNvPicPr>
                <a:picLocks noGrp="1" noRot="1" noChangeAspect="1" noMove="1" noResize="1" noEditPoints="1" noAdjustHandles="1" noChangeArrowheads="1" noChangeShapeType="1"/>
              </p:cNvPicPr>
              <p:nvPr/>
            </p:nvPicPr>
            <p:blipFill>
              <a:blip r:embed="rId8"/>
              <a:stretch>
                <a:fillRect/>
              </a:stretch>
            </p:blipFill>
            <p:spPr>
              <a:xfrm>
                <a:off x="8532885" y="2419350"/>
                <a:ext cx="3048000" cy="17145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2" name="Slide Zoom 21">
                <a:extLst>
                  <a:ext uri="{FF2B5EF4-FFF2-40B4-BE49-F238E27FC236}">
                    <a16:creationId xmlns:a16="http://schemas.microsoft.com/office/drawing/2014/main" id="{ADD64C3F-1193-02F5-6400-13A60426C7AD}"/>
                  </a:ext>
                </a:extLst>
              </p:cNvPr>
              <p:cNvGraphicFramePr>
                <a:graphicFrameLocks noChangeAspect="1"/>
              </p:cNvGraphicFramePr>
              <p:nvPr>
                <p:extLst>
                  <p:ext uri="{D42A27DB-BD31-4B8C-83A1-F6EECF244321}">
                    <p14:modId xmlns:p14="http://schemas.microsoft.com/office/powerpoint/2010/main" val="1369978840"/>
                  </p:ext>
                </p:extLst>
              </p:nvPr>
            </p:nvGraphicFramePr>
            <p:xfrm>
              <a:off x="8685283" y="4592279"/>
              <a:ext cx="3048000" cy="1714500"/>
            </p:xfrm>
            <a:graphic>
              <a:graphicData uri="http://schemas.microsoft.com/office/powerpoint/2016/slidezoom">
                <pslz:sldZm>
                  <pslz:sldZmObj sldId="291" cId="4070520662">
                    <pslz:zmPr id="{56C11A99-AA01-4A66-9432-D1B018673725}" returnToParent="0" transitionDur="1000">
                      <p166:blipFill xmlns:p166="http://schemas.microsoft.com/office/powerpoint/2016/6/main">
                        <a:blip r:embed="rId10"/>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22" name="Slide Zoom 21">
                <a:hlinkClick r:id="rId11" action="ppaction://hlinksldjump"/>
                <a:extLst>
                  <a:ext uri="{FF2B5EF4-FFF2-40B4-BE49-F238E27FC236}">
                    <a16:creationId xmlns:a16="http://schemas.microsoft.com/office/drawing/2014/main" id="{ADD64C3F-1193-02F5-6400-13A60426C7AD}"/>
                  </a:ext>
                </a:extLst>
              </p:cNvPr>
              <p:cNvPicPr>
                <a:picLocks noGrp="1" noRot="1" noChangeAspect="1" noMove="1" noResize="1" noEditPoints="1" noAdjustHandles="1" noChangeArrowheads="1" noChangeShapeType="1"/>
              </p:cNvPicPr>
              <p:nvPr/>
            </p:nvPicPr>
            <p:blipFill>
              <a:blip r:embed="rId10"/>
              <a:stretch>
                <a:fillRect/>
              </a:stretch>
            </p:blipFill>
            <p:spPr>
              <a:xfrm>
                <a:off x="8685283" y="4592279"/>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1055929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3176E-9686-6849-9906-C0B3C6282C9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D3A4095-904C-4ED3-2806-318DF5301AF6}"/>
              </a:ext>
            </a:extLst>
          </p:cNvPr>
          <p:cNvSpPr txBox="1"/>
          <p:nvPr/>
        </p:nvSpPr>
        <p:spPr>
          <a:xfrm>
            <a:off x="3677529" y="1049621"/>
            <a:ext cx="4584417" cy="646331"/>
          </a:xfrm>
          <a:prstGeom prst="rect">
            <a:avLst/>
          </a:prstGeom>
          <a:noFill/>
        </p:spPr>
        <p:txBody>
          <a:bodyPr wrap="square">
            <a:spAutoFit/>
          </a:bodyPr>
          <a:lstStyle/>
          <a:p>
            <a:r>
              <a:rPr lang="en-US" sz="3600" b="1" dirty="0"/>
              <a:t>DATA VISUALIZATION</a:t>
            </a:r>
          </a:p>
        </p:txBody>
      </p:sp>
      <p:grpSp>
        <p:nvGrpSpPr>
          <p:cNvPr id="8" name="Group 7">
            <a:extLst>
              <a:ext uri="{FF2B5EF4-FFF2-40B4-BE49-F238E27FC236}">
                <a16:creationId xmlns:a16="http://schemas.microsoft.com/office/drawing/2014/main" id="{05D30C77-6DD0-004A-39EB-D1BC5939A732}"/>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49E86D8D-6CDB-D519-6941-137162F59455}"/>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3F77AB89-00BA-2EC5-ECA6-07DDFDEF890A}"/>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4B9DEDEA-844E-DE05-C1E1-3B8DA134394D}"/>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pic>
        <p:nvPicPr>
          <p:cNvPr id="2" name="Picture 1" descr="A black background with a black square&#10;&#10;AI-generated content may be incorrect.">
            <a:extLst>
              <a:ext uri="{FF2B5EF4-FFF2-40B4-BE49-F238E27FC236}">
                <a16:creationId xmlns:a16="http://schemas.microsoft.com/office/drawing/2014/main" id="{C309AAE9-3361-1A93-8BAD-F77B4C5A5C62}"/>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pic>
        <p:nvPicPr>
          <p:cNvPr id="3" name="Picture 2" descr="A logo of a globe with a graduation cap&#10;&#10;AI-generated content may be incorrect.">
            <a:extLst>
              <a:ext uri="{FF2B5EF4-FFF2-40B4-BE49-F238E27FC236}">
                <a16:creationId xmlns:a16="http://schemas.microsoft.com/office/drawing/2014/main" id="{E93E1BA0-3279-08F4-F06E-76A24FF0EA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pic>
        <p:nvPicPr>
          <p:cNvPr id="6" name="Picture 5">
            <a:extLst>
              <a:ext uri="{FF2B5EF4-FFF2-40B4-BE49-F238E27FC236}">
                <a16:creationId xmlns:a16="http://schemas.microsoft.com/office/drawing/2014/main" id="{A7EE572A-54B6-305E-27D6-7918BF08CB2D}"/>
              </a:ext>
            </a:extLst>
          </p:cNvPr>
          <p:cNvPicPr>
            <a:picLocks noChangeAspect="1"/>
          </p:cNvPicPr>
          <p:nvPr/>
        </p:nvPicPr>
        <p:blipFill>
          <a:blip r:embed="rId4"/>
          <a:srcRect l="2057" t="17091" r="13387" b="12671"/>
          <a:stretch/>
        </p:blipFill>
        <p:spPr>
          <a:xfrm>
            <a:off x="1772527" y="2254275"/>
            <a:ext cx="8646946" cy="4038378"/>
          </a:xfrm>
          <a:prstGeom prst="rect">
            <a:avLst/>
          </a:prstGeom>
        </p:spPr>
      </p:pic>
    </p:spTree>
    <p:extLst>
      <p:ext uri="{BB962C8B-B14F-4D97-AF65-F5344CB8AC3E}">
        <p14:creationId xmlns:p14="http://schemas.microsoft.com/office/powerpoint/2010/main" val="1914445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3176E-9686-6849-9906-C0B3C6282C9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D3A4095-904C-4ED3-2806-318DF5301AF6}"/>
              </a:ext>
            </a:extLst>
          </p:cNvPr>
          <p:cNvSpPr txBox="1"/>
          <p:nvPr/>
        </p:nvSpPr>
        <p:spPr>
          <a:xfrm>
            <a:off x="3677529" y="1049621"/>
            <a:ext cx="4584417" cy="646331"/>
          </a:xfrm>
          <a:prstGeom prst="rect">
            <a:avLst/>
          </a:prstGeom>
          <a:noFill/>
        </p:spPr>
        <p:txBody>
          <a:bodyPr wrap="square">
            <a:spAutoFit/>
          </a:bodyPr>
          <a:lstStyle/>
          <a:p>
            <a:r>
              <a:rPr lang="en-US" sz="3600" b="1" dirty="0"/>
              <a:t>DATA VISUALIZATION</a:t>
            </a:r>
          </a:p>
        </p:txBody>
      </p:sp>
      <p:grpSp>
        <p:nvGrpSpPr>
          <p:cNvPr id="8" name="Group 7">
            <a:extLst>
              <a:ext uri="{FF2B5EF4-FFF2-40B4-BE49-F238E27FC236}">
                <a16:creationId xmlns:a16="http://schemas.microsoft.com/office/drawing/2014/main" id="{05D30C77-6DD0-004A-39EB-D1BC5939A732}"/>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49E86D8D-6CDB-D519-6941-137162F59455}"/>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3F77AB89-00BA-2EC5-ECA6-07DDFDEF890A}"/>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4B9DEDEA-844E-DE05-C1E1-3B8DA134394D}"/>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pic>
        <p:nvPicPr>
          <p:cNvPr id="2" name="Picture 1" descr="A black background with a black square&#10;&#10;AI-generated content may be incorrect.">
            <a:extLst>
              <a:ext uri="{FF2B5EF4-FFF2-40B4-BE49-F238E27FC236}">
                <a16:creationId xmlns:a16="http://schemas.microsoft.com/office/drawing/2014/main" id="{C309AAE9-3361-1A93-8BAD-F77B4C5A5C62}"/>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pic>
        <p:nvPicPr>
          <p:cNvPr id="6" name="Picture 5" descr="A logo of a globe with a graduation cap&#10;&#10;AI-generated content may be incorrect.">
            <a:extLst>
              <a:ext uri="{FF2B5EF4-FFF2-40B4-BE49-F238E27FC236}">
                <a16:creationId xmlns:a16="http://schemas.microsoft.com/office/drawing/2014/main" id="{AADF436F-BC9B-815E-FDCD-1C3BD70E84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pic>
        <p:nvPicPr>
          <p:cNvPr id="4" name="Picture 3">
            <a:extLst>
              <a:ext uri="{FF2B5EF4-FFF2-40B4-BE49-F238E27FC236}">
                <a16:creationId xmlns:a16="http://schemas.microsoft.com/office/drawing/2014/main" id="{2D2FE738-4445-EB0B-5BF4-3F2411D37AE2}"/>
              </a:ext>
            </a:extLst>
          </p:cNvPr>
          <p:cNvPicPr>
            <a:picLocks noChangeAspect="1"/>
          </p:cNvPicPr>
          <p:nvPr/>
        </p:nvPicPr>
        <p:blipFill>
          <a:blip r:embed="rId4"/>
          <a:srcRect t="2219"/>
          <a:stretch/>
        </p:blipFill>
        <p:spPr>
          <a:xfrm>
            <a:off x="991663" y="1805650"/>
            <a:ext cx="10458450" cy="4833777"/>
          </a:xfrm>
          <a:prstGeom prst="rect">
            <a:avLst/>
          </a:prstGeom>
        </p:spPr>
      </p:pic>
    </p:spTree>
    <p:extLst>
      <p:ext uri="{BB962C8B-B14F-4D97-AF65-F5344CB8AC3E}">
        <p14:creationId xmlns:p14="http://schemas.microsoft.com/office/powerpoint/2010/main" val="32977854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3176E-9686-6849-9906-C0B3C6282C9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D3A4095-904C-4ED3-2806-318DF5301AF6}"/>
              </a:ext>
            </a:extLst>
          </p:cNvPr>
          <p:cNvSpPr txBox="1"/>
          <p:nvPr/>
        </p:nvSpPr>
        <p:spPr>
          <a:xfrm>
            <a:off x="3677529" y="1049621"/>
            <a:ext cx="4584417" cy="646331"/>
          </a:xfrm>
          <a:prstGeom prst="rect">
            <a:avLst/>
          </a:prstGeom>
          <a:noFill/>
        </p:spPr>
        <p:txBody>
          <a:bodyPr wrap="square">
            <a:spAutoFit/>
          </a:bodyPr>
          <a:lstStyle/>
          <a:p>
            <a:r>
              <a:rPr lang="en-US" sz="3600" b="1" dirty="0"/>
              <a:t>DATA VISUALIZATION</a:t>
            </a:r>
          </a:p>
        </p:txBody>
      </p:sp>
      <p:grpSp>
        <p:nvGrpSpPr>
          <p:cNvPr id="8" name="Group 7">
            <a:extLst>
              <a:ext uri="{FF2B5EF4-FFF2-40B4-BE49-F238E27FC236}">
                <a16:creationId xmlns:a16="http://schemas.microsoft.com/office/drawing/2014/main" id="{05D30C77-6DD0-004A-39EB-D1BC5939A732}"/>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49E86D8D-6CDB-D519-6941-137162F59455}"/>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3F77AB89-00BA-2EC5-ECA6-07DDFDEF890A}"/>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4B9DEDEA-844E-DE05-C1E1-3B8DA134394D}"/>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pic>
        <p:nvPicPr>
          <p:cNvPr id="2" name="Picture 1" descr="A black background with a black square&#10;&#10;AI-generated content may be incorrect.">
            <a:extLst>
              <a:ext uri="{FF2B5EF4-FFF2-40B4-BE49-F238E27FC236}">
                <a16:creationId xmlns:a16="http://schemas.microsoft.com/office/drawing/2014/main" id="{C309AAE9-3361-1A93-8BAD-F77B4C5A5C62}"/>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pic>
        <p:nvPicPr>
          <p:cNvPr id="7" name="Picture 6" descr="A logo of a globe with a graduation cap&#10;&#10;AI-generated content may be incorrect.">
            <a:extLst>
              <a:ext uri="{FF2B5EF4-FFF2-40B4-BE49-F238E27FC236}">
                <a16:creationId xmlns:a16="http://schemas.microsoft.com/office/drawing/2014/main" id="{D52BBEA7-445C-CE43-16BD-770D47B106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pic>
        <p:nvPicPr>
          <p:cNvPr id="6" name="Picture 5">
            <a:extLst>
              <a:ext uri="{FF2B5EF4-FFF2-40B4-BE49-F238E27FC236}">
                <a16:creationId xmlns:a16="http://schemas.microsoft.com/office/drawing/2014/main" id="{AD395FD2-9AA7-73A2-C613-BA935CB3F51E}"/>
              </a:ext>
            </a:extLst>
          </p:cNvPr>
          <p:cNvPicPr>
            <a:picLocks noChangeAspect="1"/>
          </p:cNvPicPr>
          <p:nvPr/>
        </p:nvPicPr>
        <p:blipFill>
          <a:blip r:embed="rId4"/>
          <a:stretch>
            <a:fillRect/>
          </a:stretch>
        </p:blipFill>
        <p:spPr>
          <a:xfrm>
            <a:off x="722671" y="1722192"/>
            <a:ext cx="10795819" cy="5063612"/>
          </a:xfrm>
          <a:prstGeom prst="rect">
            <a:avLst/>
          </a:prstGeom>
        </p:spPr>
      </p:pic>
    </p:spTree>
    <p:extLst>
      <p:ext uri="{BB962C8B-B14F-4D97-AF65-F5344CB8AC3E}">
        <p14:creationId xmlns:p14="http://schemas.microsoft.com/office/powerpoint/2010/main" val="2118529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B7ACA-ACDE-DC76-00CD-7BF721371D7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2444BE8-B12B-8704-6012-0B721B8F7730}"/>
              </a:ext>
            </a:extLst>
          </p:cNvPr>
          <p:cNvSpPr txBox="1"/>
          <p:nvPr/>
        </p:nvSpPr>
        <p:spPr>
          <a:xfrm>
            <a:off x="3677529" y="1049621"/>
            <a:ext cx="4584417" cy="646331"/>
          </a:xfrm>
          <a:prstGeom prst="rect">
            <a:avLst/>
          </a:prstGeom>
          <a:noFill/>
        </p:spPr>
        <p:txBody>
          <a:bodyPr wrap="square">
            <a:spAutoFit/>
          </a:bodyPr>
          <a:lstStyle/>
          <a:p>
            <a:r>
              <a:rPr lang="en-US" sz="3600" b="1" dirty="0"/>
              <a:t>DATA VISUALIZATION</a:t>
            </a:r>
          </a:p>
        </p:txBody>
      </p:sp>
      <p:grpSp>
        <p:nvGrpSpPr>
          <p:cNvPr id="8" name="Group 7">
            <a:extLst>
              <a:ext uri="{FF2B5EF4-FFF2-40B4-BE49-F238E27FC236}">
                <a16:creationId xmlns:a16="http://schemas.microsoft.com/office/drawing/2014/main" id="{09ED2EDC-673A-4D25-1BD7-6A6847B4E661}"/>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400AF760-B84B-CAC8-4652-8D92C0EBDA15}"/>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0F4408C3-8E7A-D2D7-6B0A-F6203F88F0A3}"/>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02A2BEA3-7C84-4A2D-903D-6771F6E4F833}"/>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pic>
        <p:nvPicPr>
          <p:cNvPr id="2" name="Picture 1" descr="A black background with a black square&#10;&#10;AI-generated content may be incorrect.">
            <a:extLst>
              <a:ext uri="{FF2B5EF4-FFF2-40B4-BE49-F238E27FC236}">
                <a16:creationId xmlns:a16="http://schemas.microsoft.com/office/drawing/2014/main" id="{BBC5C4EF-7684-83C4-771D-07E0DA802A8F}"/>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pic>
        <p:nvPicPr>
          <p:cNvPr id="7" name="Picture 6" descr="A logo of a globe with a graduation cap&#10;&#10;AI-generated content may be incorrect.">
            <a:extLst>
              <a:ext uri="{FF2B5EF4-FFF2-40B4-BE49-F238E27FC236}">
                <a16:creationId xmlns:a16="http://schemas.microsoft.com/office/drawing/2014/main" id="{16E66D43-D325-DF9D-D570-76D6B4D20C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pic>
        <p:nvPicPr>
          <p:cNvPr id="4" name="Picture 3">
            <a:extLst>
              <a:ext uri="{FF2B5EF4-FFF2-40B4-BE49-F238E27FC236}">
                <a16:creationId xmlns:a16="http://schemas.microsoft.com/office/drawing/2014/main" id="{02DD6AF2-FA7B-2A49-F506-319DF45C9B37}"/>
              </a:ext>
            </a:extLst>
          </p:cNvPr>
          <p:cNvPicPr>
            <a:picLocks noChangeAspect="1"/>
          </p:cNvPicPr>
          <p:nvPr/>
        </p:nvPicPr>
        <p:blipFill>
          <a:blip r:embed="rId4"/>
          <a:stretch>
            <a:fillRect/>
          </a:stretch>
        </p:blipFill>
        <p:spPr>
          <a:xfrm>
            <a:off x="1712084" y="2064776"/>
            <a:ext cx="8767832" cy="4064504"/>
          </a:xfrm>
          <a:prstGeom prst="rect">
            <a:avLst/>
          </a:prstGeom>
        </p:spPr>
      </p:pic>
      <mc:AlternateContent xmlns:mc="http://schemas.openxmlformats.org/markup-compatibility/2006">
        <mc:Choice xmlns:pslz="http://schemas.microsoft.com/office/powerpoint/2016/slidezoom" Requires="pslz">
          <p:graphicFrame>
            <p:nvGraphicFramePr>
              <p:cNvPr id="6" name="Slide Zoom 5">
                <a:extLst>
                  <a:ext uri="{FF2B5EF4-FFF2-40B4-BE49-F238E27FC236}">
                    <a16:creationId xmlns:a16="http://schemas.microsoft.com/office/drawing/2014/main" id="{20D933EB-18F4-24EA-0052-4921A76A12A5}"/>
                  </a:ext>
                </a:extLst>
              </p:cNvPr>
              <p:cNvGraphicFramePr>
                <a:graphicFrameLocks noChangeAspect="1"/>
              </p:cNvGraphicFramePr>
              <p:nvPr>
                <p:extLst>
                  <p:ext uri="{D42A27DB-BD31-4B8C-83A1-F6EECF244321}">
                    <p14:modId xmlns:p14="http://schemas.microsoft.com/office/powerpoint/2010/main" val="3562430795"/>
                  </p:ext>
                </p:extLst>
              </p:nvPr>
            </p:nvGraphicFramePr>
            <p:xfrm>
              <a:off x="10647825" y="5834214"/>
              <a:ext cx="1442066" cy="811162"/>
            </p:xfrm>
            <a:graphic>
              <a:graphicData uri="http://schemas.microsoft.com/office/powerpoint/2016/slidezoom">
                <pslz:sldZm>
                  <pslz:sldZmObj sldId="280" cId="3751224572">
                    <pslz:zmPr id="{E922F1AF-5C93-49F6-BE9E-D65C748C16B6}" returnToParent="0" transitionDur="1000">
                      <p166:blipFill xmlns:p166="http://schemas.microsoft.com/office/powerpoint/2016/6/main">
                        <a:blip r:embed="rId5"/>
                        <a:stretch>
                          <a:fillRect/>
                        </a:stretch>
                      </p166:blipFill>
                      <p166:spPr xmlns:p166="http://schemas.microsoft.com/office/powerpoint/2016/6/main">
                        <a:xfrm>
                          <a:off x="0" y="0"/>
                          <a:ext cx="1442066" cy="811162"/>
                        </a:xfrm>
                        <a:prstGeom prst="rect">
                          <a:avLst/>
                        </a:prstGeom>
                        <a:ln w="3175">
                          <a:solidFill>
                            <a:prstClr val="ltGray"/>
                          </a:solidFill>
                        </a:ln>
                      </p166:spPr>
                    </pslz:zmPr>
                  </pslz:sldZmObj>
                </pslz:sldZm>
              </a:graphicData>
            </a:graphic>
          </p:graphicFrame>
        </mc:Choice>
        <mc:Fallback>
          <p:pic>
            <p:nvPicPr>
              <p:cNvPr id="6" name="Slide Zoom 5">
                <a:hlinkClick r:id="rId6" action="ppaction://hlinksldjump"/>
                <a:extLst>
                  <a:ext uri="{FF2B5EF4-FFF2-40B4-BE49-F238E27FC236}">
                    <a16:creationId xmlns:a16="http://schemas.microsoft.com/office/drawing/2014/main" id="{20D933EB-18F4-24EA-0052-4921A76A12A5}"/>
                  </a:ext>
                </a:extLst>
              </p:cNvPr>
              <p:cNvPicPr>
                <a:picLocks noGrp="1" noRot="1" noChangeAspect="1" noMove="1" noResize="1" noEditPoints="1" noAdjustHandles="1" noChangeArrowheads="1" noChangeShapeType="1"/>
              </p:cNvPicPr>
              <p:nvPr/>
            </p:nvPicPr>
            <p:blipFill>
              <a:blip r:embed="rId5"/>
              <a:stretch>
                <a:fillRect/>
              </a:stretch>
            </p:blipFill>
            <p:spPr>
              <a:xfrm>
                <a:off x="10647825" y="5834214"/>
                <a:ext cx="1442066" cy="811162"/>
              </a:xfrm>
              <a:prstGeom prst="rect">
                <a:avLst/>
              </a:prstGeom>
              <a:ln w="3175">
                <a:solidFill>
                  <a:prstClr val="ltGray"/>
                </a:solidFill>
              </a:ln>
            </p:spPr>
          </p:pic>
        </mc:Fallback>
      </mc:AlternateContent>
    </p:spTree>
    <p:extLst>
      <p:ext uri="{BB962C8B-B14F-4D97-AF65-F5344CB8AC3E}">
        <p14:creationId xmlns:p14="http://schemas.microsoft.com/office/powerpoint/2010/main" val="4070520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3176E-9686-6849-9906-C0B3C6282C9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D3A4095-904C-4ED3-2806-318DF5301AF6}"/>
              </a:ext>
            </a:extLst>
          </p:cNvPr>
          <p:cNvSpPr txBox="1"/>
          <p:nvPr/>
        </p:nvSpPr>
        <p:spPr>
          <a:xfrm>
            <a:off x="3803792" y="1049621"/>
            <a:ext cx="4584417" cy="646331"/>
          </a:xfrm>
          <a:prstGeom prst="rect">
            <a:avLst/>
          </a:prstGeom>
          <a:noFill/>
        </p:spPr>
        <p:txBody>
          <a:bodyPr wrap="square">
            <a:spAutoFit/>
          </a:bodyPr>
          <a:lstStyle/>
          <a:p>
            <a:r>
              <a:rPr lang="en-US" sz="3600" b="1" dirty="0"/>
              <a:t>DATA VISUALIZATION</a:t>
            </a:r>
          </a:p>
        </p:txBody>
      </p:sp>
      <p:grpSp>
        <p:nvGrpSpPr>
          <p:cNvPr id="8" name="Group 7">
            <a:extLst>
              <a:ext uri="{FF2B5EF4-FFF2-40B4-BE49-F238E27FC236}">
                <a16:creationId xmlns:a16="http://schemas.microsoft.com/office/drawing/2014/main" id="{05D30C77-6DD0-004A-39EB-D1BC5939A732}"/>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49E86D8D-6CDB-D519-6941-137162F59455}"/>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3F77AB89-00BA-2EC5-ECA6-07DDFDEF890A}"/>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4B9DEDEA-844E-DE05-C1E1-3B8DA134394D}"/>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pic>
        <p:nvPicPr>
          <p:cNvPr id="2" name="Picture 1" descr="A black background with a black square&#10;&#10;AI-generated content may be incorrect.">
            <a:extLst>
              <a:ext uri="{FF2B5EF4-FFF2-40B4-BE49-F238E27FC236}">
                <a16:creationId xmlns:a16="http://schemas.microsoft.com/office/drawing/2014/main" id="{C309AAE9-3361-1A93-8BAD-F77B4C5A5C62}"/>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sp>
        <p:nvSpPr>
          <p:cNvPr id="21" name="TextBox 20">
            <a:extLst>
              <a:ext uri="{FF2B5EF4-FFF2-40B4-BE49-F238E27FC236}">
                <a16:creationId xmlns:a16="http://schemas.microsoft.com/office/drawing/2014/main" id="{30CF97BB-169C-7241-8A29-E4F3BD850288}"/>
              </a:ext>
            </a:extLst>
          </p:cNvPr>
          <p:cNvSpPr txBox="1"/>
          <p:nvPr/>
        </p:nvSpPr>
        <p:spPr>
          <a:xfrm>
            <a:off x="4935927" y="2073375"/>
            <a:ext cx="2067620" cy="646331"/>
          </a:xfrm>
          <a:prstGeom prst="rect">
            <a:avLst/>
          </a:prstGeom>
          <a:noFill/>
        </p:spPr>
        <p:txBody>
          <a:bodyPr wrap="square">
            <a:spAutoFit/>
          </a:bodyPr>
          <a:lstStyle/>
          <a:p>
            <a:r>
              <a:rPr lang="en-US" sz="3600" b="1" dirty="0"/>
              <a:t>Power BI</a:t>
            </a:r>
          </a:p>
        </p:txBody>
      </p:sp>
      <p:pic>
        <p:nvPicPr>
          <p:cNvPr id="24" name="Picture 23" descr="A logo of a globe with a graduation cap&#10;&#10;AI-generated content may be incorrect.">
            <a:extLst>
              <a:ext uri="{FF2B5EF4-FFF2-40B4-BE49-F238E27FC236}">
                <a16:creationId xmlns:a16="http://schemas.microsoft.com/office/drawing/2014/main" id="{15CB9FF2-B52B-FBB6-734B-B9B71C0E77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556B3E40-473B-8081-24AD-CE56FE81A1A8}"/>
                  </a:ext>
                </a:extLst>
              </p:cNvPr>
              <p:cNvGraphicFramePr>
                <a:graphicFrameLocks noChangeAspect="1"/>
              </p:cNvGraphicFramePr>
              <p:nvPr>
                <p:extLst>
                  <p:ext uri="{D42A27DB-BD31-4B8C-83A1-F6EECF244321}">
                    <p14:modId xmlns:p14="http://schemas.microsoft.com/office/powerpoint/2010/main" val="1802811641"/>
                  </p:ext>
                </p:extLst>
              </p:nvPr>
            </p:nvGraphicFramePr>
            <p:xfrm>
              <a:off x="4572000" y="3230053"/>
              <a:ext cx="3048000" cy="1714500"/>
            </p:xfrm>
            <a:graphic>
              <a:graphicData uri="http://schemas.microsoft.com/office/powerpoint/2016/slidezoom">
                <pslz:sldZm>
                  <pslz:sldZmObj sldId="276" cId="48660660">
                    <pslz:zmPr id="{98FDA6D9-1D14-4686-867A-58010718CAD9}" returnToParent="0" transitionDur="1000">
                      <p166:blipFill xmlns:p166="http://schemas.microsoft.com/office/powerpoint/2016/6/main">
                        <a:blip r:embed="rId4"/>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4" name="Slide Zoom 3">
                <a:hlinkClick r:id="rId5" action="ppaction://hlinksldjump"/>
                <a:extLst>
                  <a:ext uri="{FF2B5EF4-FFF2-40B4-BE49-F238E27FC236}">
                    <a16:creationId xmlns:a16="http://schemas.microsoft.com/office/drawing/2014/main" id="{556B3E40-473B-8081-24AD-CE56FE81A1A8}"/>
                  </a:ext>
                </a:extLst>
              </p:cNvPr>
              <p:cNvPicPr>
                <a:picLocks noGrp="1" noRot="1" noChangeAspect="1" noMove="1" noResize="1" noEditPoints="1" noAdjustHandles="1" noChangeArrowheads="1" noChangeShapeType="1"/>
              </p:cNvPicPr>
              <p:nvPr/>
            </p:nvPicPr>
            <p:blipFill>
              <a:blip r:embed="rId6"/>
              <a:stretch>
                <a:fillRect/>
              </a:stretch>
            </p:blipFill>
            <p:spPr>
              <a:xfrm>
                <a:off x="4572000" y="3230053"/>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0FFEEAE6-DBF2-A3CC-E1AD-2961035DE6AC}"/>
                  </a:ext>
                </a:extLst>
              </p:cNvPr>
              <p:cNvGraphicFramePr>
                <a:graphicFrameLocks noChangeAspect="1"/>
              </p:cNvGraphicFramePr>
              <p:nvPr>
                <p:extLst>
                  <p:ext uri="{D42A27DB-BD31-4B8C-83A1-F6EECF244321}">
                    <p14:modId xmlns:p14="http://schemas.microsoft.com/office/powerpoint/2010/main" val="1174366998"/>
                  </p:ext>
                </p:extLst>
              </p:nvPr>
            </p:nvGraphicFramePr>
            <p:xfrm>
              <a:off x="662709" y="2389417"/>
              <a:ext cx="3048000" cy="1714500"/>
            </p:xfrm>
            <a:graphic>
              <a:graphicData uri="http://schemas.microsoft.com/office/powerpoint/2016/slidezoom">
                <pslz:sldZm>
                  <pslz:sldZmObj sldId="281" cId="1626733916">
                    <pslz:zmPr id="{01C77190-3776-410A-B66F-2E472A37D4A7}" returnToParent="0" transitionDur="1000">
                      <p166:blipFill xmlns:p166="http://schemas.microsoft.com/office/powerpoint/2016/6/main">
                        <a:blip r:embed="rId7"/>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7" name="Slide Zoom 6">
                <a:hlinkClick r:id="rId8" action="ppaction://hlinksldjump"/>
                <a:extLst>
                  <a:ext uri="{FF2B5EF4-FFF2-40B4-BE49-F238E27FC236}">
                    <a16:creationId xmlns:a16="http://schemas.microsoft.com/office/drawing/2014/main" id="{0FFEEAE6-DBF2-A3CC-E1AD-2961035DE6AC}"/>
                  </a:ext>
                </a:extLst>
              </p:cNvPr>
              <p:cNvPicPr>
                <a:picLocks noGrp="1" noRot="1" noChangeAspect="1" noMove="1" noResize="1" noEditPoints="1" noAdjustHandles="1" noChangeArrowheads="1" noChangeShapeType="1"/>
              </p:cNvPicPr>
              <p:nvPr/>
            </p:nvPicPr>
            <p:blipFill>
              <a:blip r:embed="rId9"/>
              <a:stretch>
                <a:fillRect/>
              </a:stretch>
            </p:blipFill>
            <p:spPr>
              <a:xfrm>
                <a:off x="662709" y="2389417"/>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2" name="Slide Zoom 11">
                <a:extLst>
                  <a:ext uri="{FF2B5EF4-FFF2-40B4-BE49-F238E27FC236}">
                    <a16:creationId xmlns:a16="http://schemas.microsoft.com/office/drawing/2014/main" id="{F7522390-0FCE-859C-E845-4ACBE699320C}"/>
                  </a:ext>
                </a:extLst>
              </p:cNvPr>
              <p:cNvGraphicFramePr>
                <a:graphicFrameLocks noChangeAspect="1"/>
              </p:cNvGraphicFramePr>
              <p:nvPr>
                <p:extLst>
                  <p:ext uri="{D42A27DB-BD31-4B8C-83A1-F6EECF244321}">
                    <p14:modId xmlns:p14="http://schemas.microsoft.com/office/powerpoint/2010/main" val="2662093734"/>
                  </p:ext>
                </p:extLst>
              </p:nvPr>
            </p:nvGraphicFramePr>
            <p:xfrm>
              <a:off x="660983" y="4771685"/>
              <a:ext cx="3048000" cy="1714500"/>
            </p:xfrm>
            <a:graphic>
              <a:graphicData uri="http://schemas.microsoft.com/office/powerpoint/2016/slidezoom">
                <pslz:sldZm>
                  <pslz:sldZmObj sldId="283" cId="2494985115">
                    <pslz:zmPr id="{8D198273-4BE5-49F9-A033-4F9B2F810011}" returnToParent="0" transitionDur="1000">
                      <p166:blipFill xmlns:p166="http://schemas.microsoft.com/office/powerpoint/2016/6/main">
                        <a:blip r:embed="rId10"/>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2" name="Slide Zoom 11">
                <a:hlinkClick r:id="rId11" action="ppaction://hlinksldjump"/>
                <a:extLst>
                  <a:ext uri="{FF2B5EF4-FFF2-40B4-BE49-F238E27FC236}">
                    <a16:creationId xmlns:a16="http://schemas.microsoft.com/office/drawing/2014/main" id="{F7522390-0FCE-859C-E845-4ACBE699320C}"/>
                  </a:ext>
                </a:extLst>
              </p:cNvPr>
              <p:cNvPicPr>
                <a:picLocks noGrp="1" noRot="1" noChangeAspect="1" noMove="1" noResize="1" noEditPoints="1" noAdjustHandles="1" noChangeArrowheads="1" noChangeShapeType="1"/>
              </p:cNvPicPr>
              <p:nvPr/>
            </p:nvPicPr>
            <p:blipFill>
              <a:blip r:embed="rId12"/>
              <a:stretch>
                <a:fillRect/>
              </a:stretch>
            </p:blipFill>
            <p:spPr>
              <a:xfrm>
                <a:off x="660983" y="4771685"/>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 name="Slide Zoom 14">
                <a:extLst>
                  <a:ext uri="{FF2B5EF4-FFF2-40B4-BE49-F238E27FC236}">
                    <a16:creationId xmlns:a16="http://schemas.microsoft.com/office/drawing/2014/main" id="{F3438ADD-D021-F0B1-4A54-E7CFE21FB923}"/>
                  </a:ext>
                </a:extLst>
              </p:cNvPr>
              <p:cNvGraphicFramePr>
                <a:graphicFrameLocks noChangeAspect="1"/>
              </p:cNvGraphicFramePr>
              <p:nvPr>
                <p:extLst>
                  <p:ext uri="{D42A27DB-BD31-4B8C-83A1-F6EECF244321}">
                    <p14:modId xmlns:p14="http://schemas.microsoft.com/office/powerpoint/2010/main" val="3640215969"/>
                  </p:ext>
                </p:extLst>
              </p:nvPr>
            </p:nvGraphicFramePr>
            <p:xfrm>
              <a:off x="8726129" y="4771685"/>
              <a:ext cx="3048000" cy="1714500"/>
            </p:xfrm>
            <a:graphic>
              <a:graphicData uri="http://schemas.microsoft.com/office/powerpoint/2016/slidezoom">
                <pslz:sldZm>
                  <pslz:sldZmObj sldId="282" cId="343932573">
                    <pslz:zmPr id="{85A0C07D-387C-446B-9BED-4AE8198CBD56}" returnToParent="0" transitionDur="1000">
                      <p166:blipFill xmlns:p166="http://schemas.microsoft.com/office/powerpoint/2016/6/main">
                        <a:blip r:embed="rId1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5" name="Slide Zoom 14">
                <a:hlinkClick r:id="rId14" action="ppaction://hlinksldjump"/>
                <a:extLst>
                  <a:ext uri="{FF2B5EF4-FFF2-40B4-BE49-F238E27FC236}">
                    <a16:creationId xmlns:a16="http://schemas.microsoft.com/office/drawing/2014/main" id="{F3438ADD-D021-F0B1-4A54-E7CFE21FB923}"/>
                  </a:ext>
                </a:extLst>
              </p:cNvPr>
              <p:cNvPicPr>
                <a:picLocks noGrp="1" noRot="1" noChangeAspect="1" noMove="1" noResize="1" noEditPoints="1" noAdjustHandles="1" noChangeArrowheads="1" noChangeShapeType="1"/>
              </p:cNvPicPr>
              <p:nvPr/>
            </p:nvPicPr>
            <p:blipFill>
              <a:blip r:embed="rId15"/>
              <a:stretch>
                <a:fillRect/>
              </a:stretch>
            </p:blipFill>
            <p:spPr>
              <a:xfrm>
                <a:off x="8726129" y="4771685"/>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9" name="Slide Zoom 18">
                <a:extLst>
                  <a:ext uri="{FF2B5EF4-FFF2-40B4-BE49-F238E27FC236}">
                    <a16:creationId xmlns:a16="http://schemas.microsoft.com/office/drawing/2014/main" id="{FB1D9434-47C6-E7D1-09FB-7538C23220A6}"/>
                  </a:ext>
                </a:extLst>
              </p:cNvPr>
              <p:cNvGraphicFramePr>
                <a:graphicFrameLocks noChangeAspect="1"/>
              </p:cNvGraphicFramePr>
              <p:nvPr>
                <p:extLst>
                  <p:ext uri="{D42A27DB-BD31-4B8C-83A1-F6EECF244321}">
                    <p14:modId xmlns:p14="http://schemas.microsoft.com/office/powerpoint/2010/main" val="581340480"/>
                  </p:ext>
                </p:extLst>
              </p:nvPr>
            </p:nvGraphicFramePr>
            <p:xfrm>
              <a:off x="8726129" y="2086315"/>
              <a:ext cx="3048000" cy="1714500"/>
            </p:xfrm>
            <a:graphic>
              <a:graphicData uri="http://schemas.microsoft.com/office/powerpoint/2016/slidezoom">
                <pslz:sldZm>
                  <pslz:sldZmObj sldId="284" cId="4237691200">
                    <pslz:zmPr id="{386C1398-11DF-4BEC-A500-26CE5A684488}" returnToParent="0" transitionDur="1000">
                      <p166:blipFill xmlns:p166="http://schemas.microsoft.com/office/powerpoint/2016/6/main">
                        <a:blip r:embed="rId16"/>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9" name="Slide Zoom 18">
                <a:hlinkClick r:id="rId17" action="ppaction://hlinksldjump"/>
                <a:extLst>
                  <a:ext uri="{FF2B5EF4-FFF2-40B4-BE49-F238E27FC236}">
                    <a16:creationId xmlns:a16="http://schemas.microsoft.com/office/drawing/2014/main" id="{FB1D9434-47C6-E7D1-09FB-7538C23220A6}"/>
                  </a:ext>
                </a:extLst>
              </p:cNvPr>
              <p:cNvPicPr>
                <a:picLocks noGrp="1" noRot="1" noChangeAspect="1" noMove="1" noResize="1" noEditPoints="1" noAdjustHandles="1" noChangeArrowheads="1" noChangeShapeType="1"/>
              </p:cNvPicPr>
              <p:nvPr/>
            </p:nvPicPr>
            <p:blipFill>
              <a:blip r:embed="rId18"/>
              <a:stretch>
                <a:fillRect/>
              </a:stretch>
            </p:blipFill>
            <p:spPr>
              <a:xfrm>
                <a:off x="8726129" y="2086315"/>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3751224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3176E-9686-6849-9906-C0B3C6282C9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D3A4095-904C-4ED3-2806-318DF5301AF6}"/>
              </a:ext>
            </a:extLst>
          </p:cNvPr>
          <p:cNvSpPr txBox="1"/>
          <p:nvPr/>
        </p:nvSpPr>
        <p:spPr>
          <a:xfrm>
            <a:off x="3677529" y="918276"/>
            <a:ext cx="4584417" cy="646331"/>
          </a:xfrm>
          <a:prstGeom prst="rect">
            <a:avLst/>
          </a:prstGeom>
          <a:noFill/>
        </p:spPr>
        <p:txBody>
          <a:bodyPr wrap="square">
            <a:spAutoFit/>
          </a:bodyPr>
          <a:lstStyle/>
          <a:p>
            <a:r>
              <a:rPr lang="en-US" sz="3600" b="1" dirty="0"/>
              <a:t>DATA VISUALIZATION</a:t>
            </a:r>
          </a:p>
        </p:txBody>
      </p:sp>
      <p:grpSp>
        <p:nvGrpSpPr>
          <p:cNvPr id="8" name="Group 7">
            <a:extLst>
              <a:ext uri="{FF2B5EF4-FFF2-40B4-BE49-F238E27FC236}">
                <a16:creationId xmlns:a16="http://schemas.microsoft.com/office/drawing/2014/main" id="{05D30C77-6DD0-004A-39EB-D1BC5939A732}"/>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49E86D8D-6CDB-D519-6941-137162F59455}"/>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3F77AB89-00BA-2EC5-ECA6-07DDFDEF890A}"/>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4B9DEDEA-844E-DE05-C1E1-3B8DA134394D}"/>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pic>
        <p:nvPicPr>
          <p:cNvPr id="2" name="Picture 1" descr="A black background with a black square&#10;&#10;AI-generated content may be incorrect.">
            <a:extLst>
              <a:ext uri="{FF2B5EF4-FFF2-40B4-BE49-F238E27FC236}">
                <a16:creationId xmlns:a16="http://schemas.microsoft.com/office/drawing/2014/main" id="{C309AAE9-3361-1A93-8BAD-F77B4C5A5C62}"/>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pic>
        <p:nvPicPr>
          <p:cNvPr id="7" name="Picture 6" descr="A logo of a globe with a graduation cap&#10;&#10;AI-generated content may be incorrect.">
            <a:extLst>
              <a:ext uri="{FF2B5EF4-FFF2-40B4-BE49-F238E27FC236}">
                <a16:creationId xmlns:a16="http://schemas.microsoft.com/office/drawing/2014/main" id="{D52BBEA7-445C-CE43-16BD-770D47B106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pic>
        <p:nvPicPr>
          <p:cNvPr id="4" name="Picture 3">
            <a:extLst>
              <a:ext uri="{FF2B5EF4-FFF2-40B4-BE49-F238E27FC236}">
                <a16:creationId xmlns:a16="http://schemas.microsoft.com/office/drawing/2014/main" id="{86FFE4CF-A402-9DBE-AC46-FF1877FC2098}"/>
              </a:ext>
            </a:extLst>
          </p:cNvPr>
          <p:cNvPicPr>
            <a:picLocks noChangeAspect="1"/>
          </p:cNvPicPr>
          <p:nvPr/>
        </p:nvPicPr>
        <p:blipFill>
          <a:blip r:embed="rId4"/>
          <a:srcRect l="14731" t="18291" r="15605" b="12799"/>
          <a:stretch/>
        </p:blipFill>
        <p:spPr>
          <a:xfrm>
            <a:off x="1784555" y="1713584"/>
            <a:ext cx="8965576" cy="4985918"/>
          </a:xfrm>
          <a:prstGeom prst="rect">
            <a:avLst/>
          </a:prstGeom>
        </p:spPr>
      </p:pic>
    </p:spTree>
    <p:extLst>
      <p:ext uri="{BB962C8B-B14F-4D97-AF65-F5344CB8AC3E}">
        <p14:creationId xmlns:p14="http://schemas.microsoft.com/office/powerpoint/2010/main" val="486606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3176E-9686-6849-9906-C0B3C6282C9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D3A4095-904C-4ED3-2806-318DF5301AF6}"/>
              </a:ext>
            </a:extLst>
          </p:cNvPr>
          <p:cNvSpPr txBox="1"/>
          <p:nvPr/>
        </p:nvSpPr>
        <p:spPr>
          <a:xfrm>
            <a:off x="3677529" y="918276"/>
            <a:ext cx="4584417" cy="646331"/>
          </a:xfrm>
          <a:prstGeom prst="rect">
            <a:avLst/>
          </a:prstGeom>
          <a:noFill/>
        </p:spPr>
        <p:txBody>
          <a:bodyPr wrap="square">
            <a:spAutoFit/>
          </a:bodyPr>
          <a:lstStyle/>
          <a:p>
            <a:r>
              <a:rPr lang="en-US" sz="3600" b="1" dirty="0"/>
              <a:t>DATA VISUALIZATION</a:t>
            </a:r>
          </a:p>
        </p:txBody>
      </p:sp>
      <p:grpSp>
        <p:nvGrpSpPr>
          <p:cNvPr id="8" name="Group 7">
            <a:extLst>
              <a:ext uri="{FF2B5EF4-FFF2-40B4-BE49-F238E27FC236}">
                <a16:creationId xmlns:a16="http://schemas.microsoft.com/office/drawing/2014/main" id="{05D30C77-6DD0-004A-39EB-D1BC5939A732}"/>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49E86D8D-6CDB-D519-6941-137162F59455}"/>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3F77AB89-00BA-2EC5-ECA6-07DDFDEF890A}"/>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4B9DEDEA-844E-DE05-C1E1-3B8DA134394D}"/>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pic>
        <p:nvPicPr>
          <p:cNvPr id="2" name="Picture 1" descr="A black background with a black square&#10;&#10;AI-generated content may be incorrect.">
            <a:extLst>
              <a:ext uri="{FF2B5EF4-FFF2-40B4-BE49-F238E27FC236}">
                <a16:creationId xmlns:a16="http://schemas.microsoft.com/office/drawing/2014/main" id="{C309AAE9-3361-1A93-8BAD-F77B4C5A5C62}"/>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pic>
        <p:nvPicPr>
          <p:cNvPr id="7" name="Picture 6" descr="A logo of a globe with a graduation cap&#10;&#10;AI-generated content may be incorrect.">
            <a:extLst>
              <a:ext uri="{FF2B5EF4-FFF2-40B4-BE49-F238E27FC236}">
                <a16:creationId xmlns:a16="http://schemas.microsoft.com/office/drawing/2014/main" id="{D52BBEA7-445C-CE43-16BD-770D47B106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pic>
        <p:nvPicPr>
          <p:cNvPr id="4" name="Picture 3">
            <a:extLst>
              <a:ext uri="{FF2B5EF4-FFF2-40B4-BE49-F238E27FC236}">
                <a16:creationId xmlns:a16="http://schemas.microsoft.com/office/drawing/2014/main" id="{421C9F79-CD24-7870-E661-52B83F1C3057}"/>
              </a:ext>
            </a:extLst>
          </p:cNvPr>
          <p:cNvPicPr>
            <a:picLocks noChangeAspect="1"/>
          </p:cNvPicPr>
          <p:nvPr/>
        </p:nvPicPr>
        <p:blipFill>
          <a:blip r:embed="rId4"/>
          <a:srcRect l="14395" t="19986" r="15686" b="12492"/>
          <a:stretch/>
        </p:blipFill>
        <p:spPr>
          <a:xfrm>
            <a:off x="1710813" y="1693381"/>
            <a:ext cx="8770374" cy="4761862"/>
          </a:xfrm>
          <a:prstGeom prst="rect">
            <a:avLst/>
          </a:prstGeom>
        </p:spPr>
      </p:pic>
    </p:spTree>
    <p:extLst>
      <p:ext uri="{BB962C8B-B14F-4D97-AF65-F5344CB8AC3E}">
        <p14:creationId xmlns:p14="http://schemas.microsoft.com/office/powerpoint/2010/main" val="1626733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3176E-9686-6849-9906-C0B3C6282C9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D3A4095-904C-4ED3-2806-318DF5301AF6}"/>
              </a:ext>
            </a:extLst>
          </p:cNvPr>
          <p:cNvSpPr txBox="1"/>
          <p:nvPr/>
        </p:nvSpPr>
        <p:spPr>
          <a:xfrm>
            <a:off x="3677529" y="918276"/>
            <a:ext cx="4584417" cy="646331"/>
          </a:xfrm>
          <a:prstGeom prst="rect">
            <a:avLst/>
          </a:prstGeom>
          <a:noFill/>
        </p:spPr>
        <p:txBody>
          <a:bodyPr wrap="square">
            <a:spAutoFit/>
          </a:bodyPr>
          <a:lstStyle/>
          <a:p>
            <a:r>
              <a:rPr lang="en-US" sz="3600" b="1" dirty="0"/>
              <a:t>DATA VISUALIZATION</a:t>
            </a:r>
          </a:p>
        </p:txBody>
      </p:sp>
      <p:grpSp>
        <p:nvGrpSpPr>
          <p:cNvPr id="8" name="Group 7">
            <a:extLst>
              <a:ext uri="{FF2B5EF4-FFF2-40B4-BE49-F238E27FC236}">
                <a16:creationId xmlns:a16="http://schemas.microsoft.com/office/drawing/2014/main" id="{05D30C77-6DD0-004A-39EB-D1BC5939A732}"/>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49E86D8D-6CDB-D519-6941-137162F59455}"/>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3F77AB89-00BA-2EC5-ECA6-07DDFDEF890A}"/>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4B9DEDEA-844E-DE05-C1E1-3B8DA134394D}"/>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pic>
        <p:nvPicPr>
          <p:cNvPr id="2" name="Picture 1" descr="A black background with a black square&#10;&#10;AI-generated content may be incorrect.">
            <a:extLst>
              <a:ext uri="{FF2B5EF4-FFF2-40B4-BE49-F238E27FC236}">
                <a16:creationId xmlns:a16="http://schemas.microsoft.com/office/drawing/2014/main" id="{C309AAE9-3361-1A93-8BAD-F77B4C5A5C62}"/>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pic>
        <p:nvPicPr>
          <p:cNvPr id="7" name="Picture 6" descr="A logo of a globe with a graduation cap&#10;&#10;AI-generated content may be incorrect.">
            <a:extLst>
              <a:ext uri="{FF2B5EF4-FFF2-40B4-BE49-F238E27FC236}">
                <a16:creationId xmlns:a16="http://schemas.microsoft.com/office/drawing/2014/main" id="{D52BBEA7-445C-CE43-16BD-770D47B106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pic>
        <p:nvPicPr>
          <p:cNvPr id="4" name="Picture 3">
            <a:extLst>
              <a:ext uri="{FF2B5EF4-FFF2-40B4-BE49-F238E27FC236}">
                <a16:creationId xmlns:a16="http://schemas.microsoft.com/office/drawing/2014/main" id="{0514A72D-50DC-2DB8-251A-644D1D1A5435}"/>
              </a:ext>
            </a:extLst>
          </p:cNvPr>
          <p:cNvPicPr>
            <a:picLocks noChangeAspect="1"/>
          </p:cNvPicPr>
          <p:nvPr/>
        </p:nvPicPr>
        <p:blipFill>
          <a:blip r:embed="rId4"/>
          <a:srcRect l="14395" t="20311" r="15564" b="10883"/>
          <a:stretch/>
        </p:blipFill>
        <p:spPr>
          <a:xfrm>
            <a:off x="1695503" y="1564607"/>
            <a:ext cx="9125458" cy="5040114"/>
          </a:xfrm>
          <a:prstGeom prst="rect">
            <a:avLst/>
          </a:prstGeom>
        </p:spPr>
      </p:pic>
    </p:spTree>
    <p:extLst>
      <p:ext uri="{BB962C8B-B14F-4D97-AF65-F5344CB8AC3E}">
        <p14:creationId xmlns:p14="http://schemas.microsoft.com/office/powerpoint/2010/main" val="2494985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3176E-9686-6849-9906-C0B3C6282C9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D3A4095-904C-4ED3-2806-318DF5301AF6}"/>
              </a:ext>
            </a:extLst>
          </p:cNvPr>
          <p:cNvSpPr txBox="1"/>
          <p:nvPr/>
        </p:nvSpPr>
        <p:spPr>
          <a:xfrm>
            <a:off x="3677529" y="918276"/>
            <a:ext cx="4584417" cy="646331"/>
          </a:xfrm>
          <a:prstGeom prst="rect">
            <a:avLst/>
          </a:prstGeom>
          <a:noFill/>
        </p:spPr>
        <p:txBody>
          <a:bodyPr wrap="square">
            <a:spAutoFit/>
          </a:bodyPr>
          <a:lstStyle/>
          <a:p>
            <a:r>
              <a:rPr lang="en-US" sz="3600" b="1" dirty="0"/>
              <a:t>DATA VISUALIZATION</a:t>
            </a:r>
          </a:p>
        </p:txBody>
      </p:sp>
      <p:grpSp>
        <p:nvGrpSpPr>
          <p:cNvPr id="8" name="Group 7">
            <a:extLst>
              <a:ext uri="{FF2B5EF4-FFF2-40B4-BE49-F238E27FC236}">
                <a16:creationId xmlns:a16="http://schemas.microsoft.com/office/drawing/2014/main" id="{05D30C77-6DD0-004A-39EB-D1BC5939A732}"/>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49E86D8D-6CDB-D519-6941-137162F59455}"/>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3F77AB89-00BA-2EC5-ECA6-07DDFDEF890A}"/>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4B9DEDEA-844E-DE05-C1E1-3B8DA134394D}"/>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pic>
        <p:nvPicPr>
          <p:cNvPr id="2" name="Picture 1" descr="A black background with a black square&#10;&#10;AI-generated content may be incorrect.">
            <a:extLst>
              <a:ext uri="{FF2B5EF4-FFF2-40B4-BE49-F238E27FC236}">
                <a16:creationId xmlns:a16="http://schemas.microsoft.com/office/drawing/2014/main" id="{C309AAE9-3361-1A93-8BAD-F77B4C5A5C62}"/>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pic>
        <p:nvPicPr>
          <p:cNvPr id="7" name="Picture 6" descr="A logo of a globe with a graduation cap&#10;&#10;AI-generated content may be incorrect.">
            <a:extLst>
              <a:ext uri="{FF2B5EF4-FFF2-40B4-BE49-F238E27FC236}">
                <a16:creationId xmlns:a16="http://schemas.microsoft.com/office/drawing/2014/main" id="{D52BBEA7-445C-CE43-16BD-770D47B106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pic>
        <p:nvPicPr>
          <p:cNvPr id="4" name="Picture 3">
            <a:extLst>
              <a:ext uri="{FF2B5EF4-FFF2-40B4-BE49-F238E27FC236}">
                <a16:creationId xmlns:a16="http://schemas.microsoft.com/office/drawing/2014/main" id="{E63E702F-294D-F7B4-11E5-31185CED17E7}"/>
              </a:ext>
            </a:extLst>
          </p:cNvPr>
          <p:cNvPicPr>
            <a:picLocks noChangeAspect="1"/>
          </p:cNvPicPr>
          <p:nvPr/>
        </p:nvPicPr>
        <p:blipFill>
          <a:blip r:embed="rId4"/>
          <a:srcRect l="14395" t="19555" r="15443" b="10519"/>
          <a:stretch/>
        </p:blipFill>
        <p:spPr>
          <a:xfrm>
            <a:off x="1486696" y="1549043"/>
            <a:ext cx="9218608" cy="5165600"/>
          </a:xfrm>
          <a:prstGeom prst="rect">
            <a:avLst/>
          </a:prstGeom>
        </p:spPr>
      </p:pic>
    </p:spTree>
    <p:extLst>
      <p:ext uri="{BB962C8B-B14F-4D97-AF65-F5344CB8AC3E}">
        <p14:creationId xmlns:p14="http://schemas.microsoft.com/office/powerpoint/2010/main" val="3439325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3176E-9686-6849-9906-C0B3C6282C9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D3A4095-904C-4ED3-2806-318DF5301AF6}"/>
              </a:ext>
            </a:extLst>
          </p:cNvPr>
          <p:cNvSpPr txBox="1"/>
          <p:nvPr/>
        </p:nvSpPr>
        <p:spPr>
          <a:xfrm>
            <a:off x="3677529" y="918276"/>
            <a:ext cx="4584417" cy="646331"/>
          </a:xfrm>
          <a:prstGeom prst="rect">
            <a:avLst/>
          </a:prstGeom>
          <a:noFill/>
        </p:spPr>
        <p:txBody>
          <a:bodyPr wrap="square">
            <a:spAutoFit/>
          </a:bodyPr>
          <a:lstStyle/>
          <a:p>
            <a:r>
              <a:rPr lang="en-US" sz="3600" b="1" dirty="0"/>
              <a:t>DATA VISUALIZATION</a:t>
            </a:r>
          </a:p>
        </p:txBody>
      </p:sp>
      <p:grpSp>
        <p:nvGrpSpPr>
          <p:cNvPr id="8" name="Group 7">
            <a:extLst>
              <a:ext uri="{FF2B5EF4-FFF2-40B4-BE49-F238E27FC236}">
                <a16:creationId xmlns:a16="http://schemas.microsoft.com/office/drawing/2014/main" id="{05D30C77-6DD0-004A-39EB-D1BC5939A732}"/>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49E86D8D-6CDB-D519-6941-137162F59455}"/>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3F77AB89-00BA-2EC5-ECA6-07DDFDEF890A}"/>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4B9DEDEA-844E-DE05-C1E1-3B8DA134394D}"/>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pic>
        <p:nvPicPr>
          <p:cNvPr id="2" name="Picture 1" descr="A black background with a black square&#10;&#10;AI-generated content may be incorrect.">
            <a:extLst>
              <a:ext uri="{FF2B5EF4-FFF2-40B4-BE49-F238E27FC236}">
                <a16:creationId xmlns:a16="http://schemas.microsoft.com/office/drawing/2014/main" id="{C309AAE9-3361-1A93-8BAD-F77B4C5A5C62}"/>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pic>
        <p:nvPicPr>
          <p:cNvPr id="7" name="Picture 6" descr="A logo of a globe with a graduation cap&#10;&#10;AI-generated content may be incorrect.">
            <a:extLst>
              <a:ext uri="{FF2B5EF4-FFF2-40B4-BE49-F238E27FC236}">
                <a16:creationId xmlns:a16="http://schemas.microsoft.com/office/drawing/2014/main" id="{D52BBEA7-445C-CE43-16BD-770D47B106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pic>
        <p:nvPicPr>
          <p:cNvPr id="6" name="Picture 5">
            <a:extLst>
              <a:ext uri="{FF2B5EF4-FFF2-40B4-BE49-F238E27FC236}">
                <a16:creationId xmlns:a16="http://schemas.microsoft.com/office/drawing/2014/main" id="{449C7649-078E-E239-8535-4E80C58F0E56}"/>
              </a:ext>
            </a:extLst>
          </p:cNvPr>
          <p:cNvPicPr>
            <a:picLocks noChangeAspect="1"/>
          </p:cNvPicPr>
          <p:nvPr/>
        </p:nvPicPr>
        <p:blipFill>
          <a:blip r:embed="rId4"/>
          <a:srcRect l="14274" t="20846" r="15443" b="9873"/>
          <a:stretch/>
        </p:blipFill>
        <p:spPr>
          <a:xfrm>
            <a:off x="1696065" y="1669189"/>
            <a:ext cx="9054152" cy="5017964"/>
          </a:xfrm>
          <a:prstGeom prst="rect">
            <a:avLst/>
          </a:prstGeom>
        </p:spPr>
      </p:pic>
    </p:spTree>
    <p:extLst>
      <p:ext uri="{BB962C8B-B14F-4D97-AF65-F5344CB8AC3E}">
        <p14:creationId xmlns:p14="http://schemas.microsoft.com/office/powerpoint/2010/main" val="42376912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A399B-1812-3819-CE60-F1B94A25891C}"/>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5C74EF48-C85F-E1C2-569D-9FCF30795779}"/>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3760B546-6649-2D62-204D-0969EEB1212A}"/>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F6A750E3-78EA-3346-30EC-51AB9B8D59CD}"/>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8E9C2E2B-6799-ACB5-34CC-325E51C7253C}"/>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sp>
        <p:nvSpPr>
          <p:cNvPr id="33" name="TextBox 16">
            <a:extLst>
              <a:ext uri="{FF2B5EF4-FFF2-40B4-BE49-F238E27FC236}">
                <a16:creationId xmlns:a16="http://schemas.microsoft.com/office/drawing/2014/main" id="{A06AB7B2-7301-92DA-90B9-CF9DE60FAE28}"/>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a:p>
        </p:txBody>
      </p:sp>
      <p:pic>
        <p:nvPicPr>
          <p:cNvPr id="2" name="Picture 1" descr="A black background with a black square&#10;&#10;AI-generated content may be incorrect.">
            <a:extLst>
              <a:ext uri="{FF2B5EF4-FFF2-40B4-BE49-F238E27FC236}">
                <a16:creationId xmlns:a16="http://schemas.microsoft.com/office/drawing/2014/main" id="{8347CD6E-61AA-93C5-5E08-2CFF4C9FE897}"/>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sp>
        <p:nvSpPr>
          <p:cNvPr id="6" name="TextBox 5">
            <a:extLst>
              <a:ext uri="{FF2B5EF4-FFF2-40B4-BE49-F238E27FC236}">
                <a16:creationId xmlns:a16="http://schemas.microsoft.com/office/drawing/2014/main" id="{77E82EA0-AEB0-F257-9830-DD6757BF2250}"/>
              </a:ext>
            </a:extLst>
          </p:cNvPr>
          <p:cNvSpPr txBox="1"/>
          <p:nvPr/>
        </p:nvSpPr>
        <p:spPr>
          <a:xfrm>
            <a:off x="3585343" y="1339982"/>
            <a:ext cx="4472901" cy="646331"/>
          </a:xfrm>
          <a:prstGeom prst="rect">
            <a:avLst/>
          </a:prstGeom>
          <a:noFill/>
        </p:spPr>
        <p:txBody>
          <a:bodyPr wrap="square">
            <a:spAutoFit/>
          </a:bodyPr>
          <a:lstStyle/>
          <a:p>
            <a:pPr algn="ctr"/>
            <a:r>
              <a:rPr lang="en-US" sz="3600" b="1" dirty="0"/>
              <a:t>Conclusion </a:t>
            </a:r>
          </a:p>
        </p:txBody>
      </p:sp>
      <p:sp>
        <p:nvSpPr>
          <p:cNvPr id="7" name="TextBox 16">
            <a:extLst>
              <a:ext uri="{FF2B5EF4-FFF2-40B4-BE49-F238E27FC236}">
                <a16:creationId xmlns:a16="http://schemas.microsoft.com/office/drawing/2014/main" id="{7CA0ADAB-0CF3-B6EF-C66E-F5F0FC0043EF}"/>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a:p>
        </p:txBody>
      </p:sp>
      <p:grpSp>
        <p:nvGrpSpPr>
          <p:cNvPr id="11" name="Group 10">
            <a:extLst>
              <a:ext uri="{FF2B5EF4-FFF2-40B4-BE49-F238E27FC236}">
                <a16:creationId xmlns:a16="http://schemas.microsoft.com/office/drawing/2014/main" id="{6577639A-1ECF-A8F5-DE35-80F3A0AC66F3}"/>
              </a:ext>
            </a:extLst>
          </p:cNvPr>
          <p:cNvGrpSpPr/>
          <p:nvPr/>
        </p:nvGrpSpPr>
        <p:grpSpPr>
          <a:xfrm>
            <a:off x="417978" y="1545213"/>
            <a:ext cx="11356044" cy="4790883"/>
            <a:chOff x="770134" y="2254767"/>
            <a:chExt cx="4451742" cy="1471034"/>
          </a:xfrm>
        </p:grpSpPr>
        <p:grpSp>
          <p:nvGrpSpPr>
            <p:cNvPr id="12" name="Group 13">
              <a:extLst>
                <a:ext uri="{FF2B5EF4-FFF2-40B4-BE49-F238E27FC236}">
                  <a16:creationId xmlns:a16="http://schemas.microsoft.com/office/drawing/2014/main" id="{85BA3522-53B3-EE0B-9A36-A5B1D18B9813}"/>
                </a:ext>
              </a:extLst>
            </p:cNvPr>
            <p:cNvGrpSpPr/>
            <p:nvPr/>
          </p:nvGrpSpPr>
          <p:grpSpPr>
            <a:xfrm>
              <a:off x="770134" y="2254767"/>
              <a:ext cx="4451742" cy="1471034"/>
              <a:chOff x="-7874" y="-38100"/>
              <a:chExt cx="1757557" cy="580768"/>
            </a:xfrm>
          </p:grpSpPr>
          <p:sp>
            <p:nvSpPr>
              <p:cNvPr id="17" name="Freeform 14">
                <a:extLst>
                  <a:ext uri="{FF2B5EF4-FFF2-40B4-BE49-F238E27FC236}">
                    <a16:creationId xmlns:a16="http://schemas.microsoft.com/office/drawing/2014/main" id="{ABCE3BCC-B791-41DC-487E-E4020EE63B9A}"/>
                  </a:ext>
                </a:extLst>
              </p:cNvPr>
              <p:cNvSpPr/>
              <p:nvPr/>
            </p:nvSpPr>
            <p:spPr>
              <a:xfrm>
                <a:off x="-7874" y="63267"/>
                <a:ext cx="1749683" cy="460427"/>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dirty="0"/>
              </a:p>
            </p:txBody>
          </p:sp>
          <p:sp>
            <p:nvSpPr>
              <p:cNvPr id="18" name="TextBox 17">
                <a:extLst>
                  <a:ext uri="{FF2B5EF4-FFF2-40B4-BE49-F238E27FC236}">
                    <a16:creationId xmlns:a16="http://schemas.microsoft.com/office/drawing/2014/main" id="{118D56F9-FF44-16E8-E81A-D1168029CCF6}"/>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13" name="TextBox 16">
              <a:extLst>
                <a:ext uri="{FF2B5EF4-FFF2-40B4-BE49-F238E27FC236}">
                  <a16:creationId xmlns:a16="http://schemas.microsoft.com/office/drawing/2014/main" id="{F42210A5-9973-B05A-A19C-D01447386681}"/>
                </a:ext>
              </a:extLst>
            </p:cNvPr>
            <p:cNvSpPr txBox="1"/>
            <p:nvPr/>
          </p:nvSpPr>
          <p:spPr>
            <a:xfrm>
              <a:off x="867602" y="2629335"/>
              <a:ext cx="4294442" cy="850521"/>
            </a:xfrm>
            <a:prstGeom prst="rect">
              <a:avLst/>
            </a:prstGeom>
          </p:spPr>
          <p:txBody>
            <a:bodyPr wrap="square" lIns="0" tIns="0" rIns="0" bIns="0" rtlCol="0" anchor="t">
              <a:spAutoFit/>
            </a:bodyPr>
            <a:lstStyle/>
            <a:p>
              <a:r>
                <a:rPr lang="en-US" dirty="0"/>
                <a:t>The analysis demonstrates that AI is reshaping the global job market through a balanced mix of automation, job shifts, and skill evolution. While certain job categories—particularly routine and operational roles—face high automation risk, the market remains stable overall, with projected openings showing only moderate change through 2030. Growth is concentrated in expert, supervisory, and high-skilled technical roles, reinforcing the increasing value of specialized expertise.</a:t>
              </a:r>
              <a:br>
                <a:rPr lang="en-US" dirty="0"/>
              </a:br>
              <a:r>
                <a:rPr lang="en-US" dirty="0"/>
                <a:t>Geographically, automation exposure is consistent across countries, indicating that AI’s impact is universal rather than region-specific. Industries such as entertainment, healthcare, education, and manufacturing are expected to experience steady growth, supported by evolving skill demands and technological integration.</a:t>
              </a:r>
              <a:br>
                <a:rPr lang="en-US" dirty="0"/>
              </a:br>
              <a:r>
                <a:rPr lang="en-US" dirty="0"/>
                <a:t>Overall, the findings highlight the need for continuous reskilling, stronger digital capabilities, and proactive market adaptation to ensure workforce readiness for the coming decade.</a:t>
              </a:r>
            </a:p>
          </p:txBody>
        </p:sp>
        <p:sp>
          <p:nvSpPr>
            <p:cNvPr id="16" name="TextBox 17">
              <a:extLst>
                <a:ext uri="{FF2B5EF4-FFF2-40B4-BE49-F238E27FC236}">
                  <a16:creationId xmlns:a16="http://schemas.microsoft.com/office/drawing/2014/main" id="{529A2493-2878-B5E4-64AE-354EB07F212F}"/>
                </a:ext>
              </a:extLst>
            </p:cNvPr>
            <p:cNvSpPr txBox="1"/>
            <p:nvPr/>
          </p:nvSpPr>
          <p:spPr>
            <a:xfrm>
              <a:off x="1028700" y="2425098"/>
              <a:ext cx="3470909" cy="246671"/>
            </a:xfrm>
            <a:prstGeom prst="rect">
              <a:avLst/>
            </a:prstGeom>
          </p:spPr>
          <p:txBody>
            <a:bodyPr wrap="square" lIns="0" tIns="0" rIns="0" bIns="0" rtlCol="0" anchor="t">
              <a:spAutoFit/>
            </a:bodyPr>
            <a:lstStyle/>
            <a:p>
              <a:pPr algn="l">
                <a:lnSpc>
                  <a:spcPts val="2159"/>
                </a:lnSpc>
              </a:pPr>
              <a:endParaRPr lang="en-US" sz="1200" b="1" i="1" spc="-53" dirty="0">
                <a:solidFill>
                  <a:srgbClr val="1B1B1B"/>
                </a:solidFill>
                <a:latin typeface="Helvetica World Bold Italics"/>
                <a:ea typeface="Helvetica World Bold Italics"/>
                <a:cs typeface="Helvetica World Bold Italics"/>
                <a:sym typeface="Helvetica World Bold Italics"/>
              </a:endParaRPr>
            </a:p>
          </p:txBody>
        </p:sp>
      </p:grpSp>
      <p:pic>
        <p:nvPicPr>
          <p:cNvPr id="35" name="Picture 34" descr="A logo of a globe with a graduation cap&#10;&#10;AI-generated content may be incorrect.">
            <a:extLst>
              <a:ext uri="{FF2B5EF4-FFF2-40B4-BE49-F238E27FC236}">
                <a16:creationId xmlns:a16="http://schemas.microsoft.com/office/drawing/2014/main" id="{A0B8F205-A852-62BB-D50F-A2DFEF54EB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grpSp>
        <p:nvGrpSpPr>
          <p:cNvPr id="3" name="Group 2">
            <a:extLst>
              <a:ext uri="{FF2B5EF4-FFF2-40B4-BE49-F238E27FC236}">
                <a16:creationId xmlns:a16="http://schemas.microsoft.com/office/drawing/2014/main" id="{77DAEEAC-E972-7A1C-31A7-55619A897103}"/>
              </a:ext>
            </a:extLst>
          </p:cNvPr>
          <p:cNvGrpSpPr/>
          <p:nvPr/>
        </p:nvGrpSpPr>
        <p:grpSpPr>
          <a:xfrm>
            <a:off x="468854" y="3896825"/>
            <a:ext cx="11305168" cy="2413748"/>
            <a:chOff x="790078" y="2254767"/>
            <a:chExt cx="4431798" cy="1471034"/>
          </a:xfrm>
        </p:grpSpPr>
        <p:sp>
          <p:nvSpPr>
            <p:cNvPr id="37" name="TextBox 36">
              <a:extLst>
                <a:ext uri="{FF2B5EF4-FFF2-40B4-BE49-F238E27FC236}">
                  <a16:creationId xmlns:a16="http://schemas.microsoft.com/office/drawing/2014/main" id="{9FF44927-72C7-B058-C065-5F14B0A231AF}"/>
                </a:ext>
              </a:extLst>
            </p:cNvPr>
            <p:cNvSpPr txBox="1"/>
            <p:nvPr/>
          </p:nvSpPr>
          <p:spPr>
            <a:xfrm>
              <a:off x="790078" y="2254767"/>
              <a:ext cx="4431798" cy="1471034"/>
            </a:xfrm>
            <a:prstGeom prst="rect">
              <a:avLst/>
            </a:prstGeom>
          </p:spPr>
          <p:txBody>
            <a:bodyPr lIns="50800" tIns="50800" rIns="50800" bIns="50800" rtlCol="0" anchor="ctr"/>
            <a:lstStyle/>
            <a:p>
              <a:pPr algn="ctr">
                <a:lnSpc>
                  <a:spcPts val="2659"/>
                </a:lnSpc>
              </a:pPr>
              <a:endParaRPr/>
            </a:p>
          </p:txBody>
        </p:sp>
        <p:sp>
          <p:nvSpPr>
            <p:cNvPr id="15" name="TextBox 17">
              <a:extLst>
                <a:ext uri="{FF2B5EF4-FFF2-40B4-BE49-F238E27FC236}">
                  <a16:creationId xmlns:a16="http://schemas.microsoft.com/office/drawing/2014/main" id="{6437CDEB-9843-2A71-1624-F0B2C8F7EF88}"/>
                </a:ext>
              </a:extLst>
            </p:cNvPr>
            <p:cNvSpPr txBox="1"/>
            <p:nvPr/>
          </p:nvSpPr>
          <p:spPr>
            <a:xfrm>
              <a:off x="1028700" y="2425098"/>
              <a:ext cx="3470909" cy="246671"/>
            </a:xfrm>
            <a:prstGeom prst="rect">
              <a:avLst/>
            </a:prstGeom>
          </p:spPr>
          <p:txBody>
            <a:bodyPr wrap="square" lIns="0" tIns="0" rIns="0" bIns="0" rtlCol="0" anchor="t">
              <a:spAutoFit/>
            </a:bodyPr>
            <a:lstStyle/>
            <a:p>
              <a:pPr algn="l">
                <a:lnSpc>
                  <a:spcPts val="2159"/>
                </a:lnSpc>
              </a:pPr>
              <a:endParaRPr lang="en-US" sz="1200" b="1" i="1" spc="-53" dirty="0">
                <a:solidFill>
                  <a:srgbClr val="1B1B1B"/>
                </a:solidFill>
                <a:latin typeface="Helvetica World Bold Italics"/>
                <a:ea typeface="Helvetica World Bold Italics"/>
                <a:cs typeface="Helvetica World Bold Italics"/>
                <a:sym typeface="Helvetica World Bold Italics"/>
              </a:endParaRPr>
            </a:p>
          </p:txBody>
        </p:sp>
      </p:grpSp>
    </p:spTree>
    <p:extLst>
      <p:ext uri="{BB962C8B-B14F-4D97-AF65-F5344CB8AC3E}">
        <p14:creationId xmlns:p14="http://schemas.microsoft.com/office/powerpoint/2010/main" val="650009948"/>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FD220-BF0F-D456-CB13-23B74AE0F37C}"/>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FB6E0F23-546F-D23F-127D-7E1606CF0A29}"/>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4BDC7D11-E0CA-C82A-9FD5-0A0D398D079A}"/>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8DD000CF-69E0-22F9-0FEB-FFBFFD9DE043}"/>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A180451C-ED75-3A60-77D4-9BDAAB4FB109}"/>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sp>
        <p:nvSpPr>
          <p:cNvPr id="33" name="TextBox 16">
            <a:extLst>
              <a:ext uri="{FF2B5EF4-FFF2-40B4-BE49-F238E27FC236}">
                <a16:creationId xmlns:a16="http://schemas.microsoft.com/office/drawing/2014/main" id="{578A3D0D-504C-E30C-4FEC-B9F4F5B051AA}"/>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a:p>
        </p:txBody>
      </p:sp>
      <p:pic>
        <p:nvPicPr>
          <p:cNvPr id="2" name="Picture 1" descr="A black background with a black square&#10;&#10;AI-generated content may be incorrect.">
            <a:extLst>
              <a:ext uri="{FF2B5EF4-FFF2-40B4-BE49-F238E27FC236}">
                <a16:creationId xmlns:a16="http://schemas.microsoft.com/office/drawing/2014/main" id="{6B1C38E7-FFA8-2D8D-AC8B-D500937ECA85}"/>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sp>
        <p:nvSpPr>
          <p:cNvPr id="6" name="TextBox 5">
            <a:extLst>
              <a:ext uri="{FF2B5EF4-FFF2-40B4-BE49-F238E27FC236}">
                <a16:creationId xmlns:a16="http://schemas.microsoft.com/office/drawing/2014/main" id="{48C6E2B5-E8F7-0F40-5D99-574D154D0D66}"/>
              </a:ext>
            </a:extLst>
          </p:cNvPr>
          <p:cNvSpPr txBox="1"/>
          <p:nvPr/>
        </p:nvSpPr>
        <p:spPr>
          <a:xfrm>
            <a:off x="3585343" y="1339982"/>
            <a:ext cx="4472901" cy="646331"/>
          </a:xfrm>
          <a:prstGeom prst="rect">
            <a:avLst/>
          </a:prstGeom>
          <a:noFill/>
        </p:spPr>
        <p:txBody>
          <a:bodyPr wrap="square">
            <a:spAutoFit/>
          </a:bodyPr>
          <a:lstStyle/>
          <a:p>
            <a:pPr algn="ctr"/>
            <a:r>
              <a:rPr lang="en-US" sz="3600" b="1" dirty="0"/>
              <a:t>Main Outcomes</a:t>
            </a:r>
          </a:p>
        </p:txBody>
      </p:sp>
      <p:sp>
        <p:nvSpPr>
          <p:cNvPr id="7" name="TextBox 16">
            <a:extLst>
              <a:ext uri="{FF2B5EF4-FFF2-40B4-BE49-F238E27FC236}">
                <a16:creationId xmlns:a16="http://schemas.microsoft.com/office/drawing/2014/main" id="{EB1A05F2-A712-B70D-42D7-41DAE5407D34}"/>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a:p>
        </p:txBody>
      </p:sp>
      <p:grpSp>
        <p:nvGrpSpPr>
          <p:cNvPr id="11" name="Group 10">
            <a:extLst>
              <a:ext uri="{FF2B5EF4-FFF2-40B4-BE49-F238E27FC236}">
                <a16:creationId xmlns:a16="http://schemas.microsoft.com/office/drawing/2014/main" id="{3C28FFF0-83BE-882F-9605-F5619C3AD315}"/>
              </a:ext>
            </a:extLst>
          </p:cNvPr>
          <p:cNvGrpSpPr/>
          <p:nvPr/>
        </p:nvGrpSpPr>
        <p:grpSpPr>
          <a:xfrm>
            <a:off x="468854" y="1545213"/>
            <a:ext cx="11305168" cy="2413750"/>
            <a:chOff x="790078" y="2254767"/>
            <a:chExt cx="4431798" cy="1471035"/>
          </a:xfrm>
        </p:grpSpPr>
        <p:grpSp>
          <p:nvGrpSpPr>
            <p:cNvPr id="12" name="Group 13">
              <a:extLst>
                <a:ext uri="{FF2B5EF4-FFF2-40B4-BE49-F238E27FC236}">
                  <a16:creationId xmlns:a16="http://schemas.microsoft.com/office/drawing/2014/main" id="{74244F2F-F727-39D2-C7C4-6AE74CED8EDF}"/>
                </a:ext>
              </a:extLst>
            </p:cNvPr>
            <p:cNvGrpSpPr/>
            <p:nvPr/>
          </p:nvGrpSpPr>
          <p:grpSpPr>
            <a:xfrm>
              <a:off x="790078" y="2254767"/>
              <a:ext cx="4431798" cy="1471035"/>
              <a:chOff x="0" y="-38100"/>
              <a:chExt cx="1749683" cy="580768"/>
            </a:xfrm>
          </p:grpSpPr>
          <p:sp>
            <p:nvSpPr>
              <p:cNvPr id="17" name="Freeform 14">
                <a:extLst>
                  <a:ext uri="{FF2B5EF4-FFF2-40B4-BE49-F238E27FC236}">
                    <a16:creationId xmlns:a16="http://schemas.microsoft.com/office/drawing/2014/main" id="{14589E58-374C-7249-EB73-D68B7AFB4525}"/>
                  </a:ext>
                </a:extLst>
              </p:cNvPr>
              <p:cNvSpPr/>
              <p:nvPr/>
            </p:nvSpPr>
            <p:spPr>
              <a:xfrm>
                <a:off x="30606" y="75202"/>
                <a:ext cx="1654568" cy="402620"/>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dirty="0"/>
              </a:p>
            </p:txBody>
          </p:sp>
          <p:sp>
            <p:nvSpPr>
              <p:cNvPr id="18" name="TextBox 17">
                <a:extLst>
                  <a:ext uri="{FF2B5EF4-FFF2-40B4-BE49-F238E27FC236}">
                    <a16:creationId xmlns:a16="http://schemas.microsoft.com/office/drawing/2014/main" id="{0EE51D4A-D124-4C5D-0BF6-9DE1AA4D8A22}"/>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13" name="TextBox 16">
              <a:extLst>
                <a:ext uri="{FF2B5EF4-FFF2-40B4-BE49-F238E27FC236}">
                  <a16:creationId xmlns:a16="http://schemas.microsoft.com/office/drawing/2014/main" id="{F76E4753-C731-66A7-593F-982C6C4A3F2B}"/>
                </a:ext>
              </a:extLst>
            </p:cNvPr>
            <p:cNvSpPr txBox="1"/>
            <p:nvPr/>
          </p:nvSpPr>
          <p:spPr>
            <a:xfrm>
              <a:off x="961107" y="2611491"/>
              <a:ext cx="3970803" cy="919099"/>
            </a:xfrm>
            <a:prstGeom prst="rect">
              <a:avLst/>
            </a:prstGeom>
          </p:spPr>
          <p:txBody>
            <a:bodyPr wrap="square" lIns="0" tIns="0" rIns="0" bIns="0" rtlCol="0" anchor="t">
              <a:spAutoFit/>
            </a:bodyPr>
            <a:lstStyle/>
            <a:p>
              <a:r>
                <a:rPr lang="en-US" sz="1400" b="1" dirty="0"/>
                <a:t>1. AI Automation Risk</a:t>
              </a:r>
            </a:p>
            <a:p>
              <a:r>
                <a:rPr lang="en-US" sz="1400" dirty="0"/>
                <a:t>The job market shows </a:t>
              </a:r>
              <a:r>
                <a:rPr lang="en-US" sz="1400" b="1" dirty="0"/>
                <a:t>balanced automation exposure</a:t>
              </a:r>
              <a:r>
                <a:rPr lang="en-US" sz="1400" dirty="0"/>
                <a:t>, with risk levels distributed almost evenly across Low (32.8%), Moderate (33.7%), and High (33.5%) categories.</a:t>
              </a:r>
            </a:p>
            <a:p>
              <a:r>
                <a:rPr lang="en-US" sz="1400" dirty="0"/>
                <a:t>Certain roles—such as </a:t>
              </a:r>
              <a:r>
                <a:rPr lang="en-US" sz="1400" b="1" dirty="0"/>
                <a:t>Proofreaders, Technical Brewers, Recruitment Consultants, and Sales Executives</a:t>
              </a:r>
              <a:r>
                <a:rPr lang="en-US" sz="1400" dirty="0"/>
                <a:t>—face automation risks above </a:t>
              </a:r>
              <a:r>
                <a:rPr lang="en-US" sz="1400" b="1" dirty="0"/>
                <a:t>70%</a:t>
              </a:r>
              <a:r>
                <a:rPr lang="en-US" sz="1400" dirty="0"/>
                <a:t>, indicating strong potential for AI-driven displacement.</a:t>
              </a:r>
            </a:p>
            <a:p>
              <a:r>
                <a:rPr lang="en-US" sz="1400" dirty="0"/>
                <a:t>In contrast, </a:t>
              </a:r>
              <a:r>
                <a:rPr lang="en-US" sz="1400" b="1" dirty="0"/>
                <a:t>creative, specialized, and interpersonal roles</a:t>
              </a:r>
              <a:r>
                <a:rPr lang="en-US" sz="1400" dirty="0"/>
                <a:t> (e.g., Art Therapists, Heritage Managers, Oceanographers) show significantly </a:t>
              </a:r>
              <a:r>
                <a:rPr lang="en-US" sz="1400" b="1" dirty="0"/>
                <a:t>lower automation risk</a:t>
              </a:r>
              <a:r>
                <a:rPr lang="en-US" sz="1400" dirty="0"/>
                <a:t>, mostly below </a:t>
              </a:r>
              <a:r>
                <a:rPr lang="en-US" sz="1400" b="1" dirty="0"/>
                <a:t>40%</a:t>
              </a:r>
              <a:r>
                <a:rPr lang="en-US" sz="1400" dirty="0"/>
                <a:t>.</a:t>
              </a:r>
            </a:p>
          </p:txBody>
        </p:sp>
        <p:sp>
          <p:nvSpPr>
            <p:cNvPr id="16" name="TextBox 17">
              <a:extLst>
                <a:ext uri="{FF2B5EF4-FFF2-40B4-BE49-F238E27FC236}">
                  <a16:creationId xmlns:a16="http://schemas.microsoft.com/office/drawing/2014/main" id="{540EAC1E-F662-1664-FD78-37587D61EA1B}"/>
                </a:ext>
              </a:extLst>
            </p:cNvPr>
            <p:cNvSpPr txBox="1"/>
            <p:nvPr/>
          </p:nvSpPr>
          <p:spPr>
            <a:xfrm>
              <a:off x="1028700" y="2425098"/>
              <a:ext cx="3470909" cy="246671"/>
            </a:xfrm>
            <a:prstGeom prst="rect">
              <a:avLst/>
            </a:prstGeom>
          </p:spPr>
          <p:txBody>
            <a:bodyPr wrap="square" lIns="0" tIns="0" rIns="0" bIns="0" rtlCol="0" anchor="t">
              <a:spAutoFit/>
            </a:bodyPr>
            <a:lstStyle/>
            <a:p>
              <a:pPr algn="l">
                <a:lnSpc>
                  <a:spcPts val="2159"/>
                </a:lnSpc>
              </a:pPr>
              <a:endParaRPr lang="en-US" sz="1200" b="1" i="1" spc="-53" dirty="0">
                <a:solidFill>
                  <a:srgbClr val="1B1B1B"/>
                </a:solidFill>
                <a:latin typeface="Helvetica World Bold Italics"/>
                <a:ea typeface="Helvetica World Bold Italics"/>
                <a:cs typeface="Helvetica World Bold Italics"/>
                <a:sym typeface="Helvetica World Bold Italics"/>
              </a:endParaRPr>
            </a:p>
          </p:txBody>
        </p:sp>
      </p:grpSp>
      <p:pic>
        <p:nvPicPr>
          <p:cNvPr id="35" name="Picture 34" descr="A logo of a globe with a graduation cap&#10;&#10;AI-generated content may be incorrect.">
            <a:extLst>
              <a:ext uri="{FF2B5EF4-FFF2-40B4-BE49-F238E27FC236}">
                <a16:creationId xmlns:a16="http://schemas.microsoft.com/office/drawing/2014/main" id="{33BD9AB5-4849-76FE-6BB2-18BD90D840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grpSp>
        <p:nvGrpSpPr>
          <p:cNvPr id="3" name="Group 2">
            <a:extLst>
              <a:ext uri="{FF2B5EF4-FFF2-40B4-BE49-F238E27FC236}">
                <a16:creationId xmlns:a16="http://schemas.microsoft.com/office/drawing/2014/main" id="{40BF3956-1391-9409-B898-B63FF5E8BB9C}"/>
              </a:ext>
            </a:extLst>
          </p:cNvPr>
          <p:cNvGrpSpPr/>
          <p:nvPr/>
        </p:nvGrpSpPr>
        <p:grpSpPr>
          <a:xfrm>
            <a:off x="661430" y="3803887"/>
            <a:ext cx="11355360" cy="2413749"/>
            <a:chOff x="770402" y="2254767"/>
            <a:chExt cx="4451474" cy="1471034"/>
          </a:xfrm>
        </p:grpSpPr>
        <p:grpSp>
          <p:nvGrpSpPr>
            <p:cNvPr id="4" name="Group 13">
              <a:extLst>
                <a:ext uri="{FF2B5EF4-FFF2-40B4-BE49-F238E27FC236}">
                  <a16:creationId xmlns:a16="http://schemas.microsoft.com/office/drawing/2014/main" id="{71626B8C-9043-9BA1-5619-AC4679B34A23}"/>
                </a:ext>
              </a:extLst>
            </p:cNvPr>
            <p:cNvGrpSpPr/>
            <p:nvPr/>
          </p:nvGrpSpPr>
          <p:grpSpPr>
            <a:xfrm>
              <a:off x="770402" y="2254767"/>
              <a:ext cx="4451474" cy="1471034"/>
              <a:chOff x="-7768" y="-38100"/>
              <a:chExt cx="1757451" cy="580768"/>
            </a:xfrm>
          </p:grpSpPr>
          <p:sp>
            <p:nvSpPr>
              <p:cNvPr id="36" name="Freeform 14">
                <a:extLst>
                  <a:ext uri="{FF2B5EF4-FFF2-40B4-BE49-F238E27FC236}">
                    <a16:creationId xmlns:a16="http://schemas.microsoft.com/office/drawing/2014/main" id="{8D269FE6-0B02-B194-2278-D0B4CBABF2F1}"/>
                  </a:ext>
                </a:extLst>
              </p:cNvPr>
              <p:cNvSpPr/>
              <p:nvPr/>
            </p:nvSpPr>
            <p:spPr>
              <a:xfrm>
                <a:off x="-7768" y="75258"/>
                <a:ext cx="1655369" cy="417514"/>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dirty="0"/>
              </a:p>
            </p:txBody>
          </p:sp>
          <p:sp>
            <p:nvSpPr>
              <p:cNvPr id="37" name="TextBox 36">
                <a:extLst>
                  <a:ext uri="{FF2B5EF4-FFF2-40B4-BE49-F238E27FC236}">
                    <a16:creationId xmlns:a16="http://schemas.microsoft.com/office/drawing/2014/main" id="{88533A67-C9B5-714A-60F5-6A0EC5AF66C6}"/>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5" name="TextBox 16">
              <a:extLst>
                <a:ext uri="{FF2B5EF4-FFF2-40B4-BE49-F238E27FC236}">
                  <a16:creationId xmlns:a16="http://schemas.microsoft.com/office/drawing/2014/main" id="{9B10696D-B25F-473C-DC01-442572A27A7B}"/>
                </a:ext>
              </a:extLst>
            </p:cNvPr>
            <p:cNvSpPr txBox="1"/>
            <p:nvPr/>
          </p:nvSpPr>
          <p:spPr>
            <a:xfrm>
              <a:off x="838812" y="2629793"/>
              <a:ext cx="4294442" cy="919099"/>
            </a:xfrm>
            <a:prstGeom prst="rect">
              <a:avLst/>
            </a:prstGeom>
          </p:spPr>
          <p:txBody>
            <a:bodyPr wrap="square" lIns="0" tIns="0" rIns="0" bIns="0" rtlCol="0" anchor="t">
              <a:spAutoFit/>
            </a:bodyPr>
            <a:lstStyle/>
            <a:p>
              <a:r>
                <a:rPr lang="en-US" sz="1400" b="1" dirty="0"/>
                <a:t>2. Job Demand Forecast (2024–2030)</a:t>
              </a:r>
            </a:p>
            <a:p>
              <a:r>
                <a:rPr lang="en-US" sz="1400" dirty="0"/>
                <a:t>Total job openings are projected to grow from </a:t>
              </a:r>
              <a:r>
                <a:rPr lang="en-US" sz="1400" b="1" dirty="0"/>
                <a:t>151.19M in 2024</a:t>
              </a:r>
              <a:r>
                <a:rPr lang="en-US" sz="1400" dirty="0"/>
                <a:t> to </a:t>
              </a:r>
              <a:r>
                <a:rPr lang="en-US" sz="1400" b="1" dirty="0"/>
                <a:t>152.23M in 2030</a:t>
              </a:r>
              <a:r>
                <a:rPr lang="en-US" sz="1400" dirty="0"/>
                <a:t>, suggesting </a:t>
              </a:r>
              <a:r>
                <a:rPr lang="en-US" sz="1400" b="1" dirty="0"/>
                <a:t>stable but slow market expansion</a:t>
              </a:r>
              <a:r>
                <a:rPr lang="en-US" sz="1400" dirty="0"/>
                <a:t>.</a:t>
              </a:r>
            </a:p>
            <a:p>
              <a:r>
                <a:rPr lang="en-US" sz="1400" dirty="0"/>
                <a:t>Industries expected to grow most by 2030 include:</a:t>
              </a:r>
            </a:p>
            <a:p>
              <a:pPr lvl="1"/>
              <a:r>
                <a:rPr lang="en-US" sz="1400" b="1" dirty="0"/>
                <a:t>Entertainment</a:t>
              </a:r>
              <a:r>
                <a:rPr lang="en-US" sz="1400" dirty="0"/>
                <a:t> (+0.38M)</a:t>
              </a:r>
            </a:p>
            <a:p>
              <a:pPr lvl="1"/>
              <a:r>
                <a:rPr lang="en-US" sz="1400" b="1" dirty="0"/>
                <a:t>Manufacturing</a:t>
              </a:r>
              <a:r>
                <a:rPr lang="en-US" sz="1400" dirty="0"/>
                <a:t> (+0.02M)</a:t>
              </a:r>
            </a:p>
            <a:p>
              <a:pPr lvl="1"/>
              <a:r>
                <a:rPr lang="en-US" sz="1400" b="1" dirty="0"/>
                <a:t>Healthcare</a:t>
              </a:r>
              <a:r>
                <a:rPr lang="en-US" sz="1400" dirty="0"/>
                <a:t> (+0.31M)</a:t>
              </a:r>
            </a:p>
            <a:p>
              <a:pPr lvl="1"/>
              <a:r>
                <a:rPr lang="en-US" sz="1400" b="1" dirty="0"/>
                <a:t>Education &amp; Finance</a:t>
              </a:r>
              <a:r>
                <a:rPr lang="en-US" sz="1400" dirty="0"/>
                <a:t> (moderate growth levels)</a:t>
              </a:r>
            </a:p>
          </p:txBody>
        </p:sp>
        <p:sp>
          <p:nvSpPr>
            <p:cNvPr id="15" name="TextBox 17">
              <a:extLst>
                <a:ext uri="{FF2B5EF4-FFF2-40B4-BE49-F238E27FC236}">
                  <a16:creationId xmlns:a16="http://schemas.microsoft.com/office/drawing/2014/main" id="{EF0086CB-96CC-A65C-2FF5-807EC0201E02}"/>
                </a:ext>
              </a:extLst>
            </p:cNvPr>
            <p:cNvSpPr txBox="1"/>
            <p:nvPr/>
          </p:nvSpPr>
          <p:spPr>
            <a:xfrm>
              <a:off x="1028700" y="2425098"/>
              <a:ext cx="3470909" cy="246671"/>
            </a:xfrm>
            <a:prstGeom prst="rect">
              <a:avLst/>
            </a:prstGeom>
          </p:spPr>
          <p:txBody>
            <a:bodyPr wrap="square" lIns="0" tIns="0" rIns="0" bIns="0" rtlCol="0" anchor="t">
              <a:spAutoFit/>
            </a:bodyPr>
            <a:lstStyle/>
            <a:p>
              <a:pPr algn="l">
                <a:lnSpc>
                  <a:spcPts val="2159"/>
                </a:lnSpc>
              </a:pPr>
              <a:endParaRPr lang="en-US" sz="1200" b="1" i="1" spc="-53" dirty="0">
                <a:solidFill>
                  <a:srgbClr val="1B1B1B"/>
                </a:solidFill>
                <a:latin typeface="Helvetica World Bold Italics"/>
                <a:ea typeface="Helvetica World Bold Italics"/>
                <a:cs typeface="Helvetica World Bold Italics"/>
                <a:sym typeface="Helvetica World Bold Italics"/>
              </a:endParaRPr>
            </a:p>
          </p:txBody>
        </p:sp>
      </p:grpSp>
    </p:spTree>
    <p:extLst>
      <p:ext uri="{BB962C8B-B14F-4D97-AF65-F5344CB8AC3E}">
        <p14:creationId xmlns:p14="http://schemas.microsoft.com/office/powerpoint/2010/main" val="13726602"/>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5AC59-ED95-9070-7294-0ED7035B6F92}"/>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2B70ECDD-C0B7-3850-A7D4-376AF74F1881}"/>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6974C390-3605-4592-C515-4D772BB29A98}"/>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137C185E-0CAE-0FC3-A5D9-5137D8E45BD6}"/>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B998444B-CEDA-EB0F-2A16-90BB96E9A20E}"/>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sp>
        <p:nvSpPr>
          <p:cNvPr id="33" name="TextBox 16">
            <a:extLst>
              <a:ext uri="{FF2B5EF4-FFF2-40B4-BE49-F238E27FC236}">
                <a16:creationId xmlns:a16="http://schemas.microsoft.com/office/drawing/2014/main" id="{C3E4E99C-8A52-F6A2-E3C8-8E1DF009B91F}"/>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a:p>
        </p:txBody>
      </p:sp>
      <p:pic>
        <p:nvPicPr>
          <p:cNvPr id="2" name="Picture 1" descr="A black background with a black square&#10;&#10;AI-generated content may be incorrect.">
            <a:extLst>
              <a:ext uri="{FF2B5EF4-FFF2-40B4-BE49-F238E27FC236}">
                <a16:creationId xmlns:a16="http://schemas.microsoft.com/office/drawing/2014/main" id="{4974B076-1A17-BD55-CBAD-3B1F124A8FD6}"/>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sp>
        <p:nvSpPr>
          <p:cNvPr id="6" name="TextBox 5">
            <a:extLst>
              <a:ext uri="{FF2B5EF4-FFF2-40B4-BE49-F238E27FC236}">
                <a16:creationId xmlns:a16="http://schemas.microsoft.com/office/drawing/2014/main" id="{EA1188E5-EF0D-F3E6-4E78-34DE6E6A0A4C}"/>
              </a:ext>
            </a:extLst>
          </p:cNvPr>
          <p:cNvSpPr txBox="1"/>
          <p:nvPr/>
        </p:nvSpPr>
        <p:spPr>
          <a:xfrm>
            <a:off x="3585343" y="1339982"/>
            <a:ext cx="4472901" cy="646331"/>
          </a:xfrm>
          <a:prstGeom prst="rect">
            <a:avLst/>
          </a:prstGeom>
          <a:noFill/>
        </p:spPr>
        <p:txBody>
          <a:bodyPr wrap="square">
            <a:spAutoFit/>
          </a:bodyPr>
          <a:lstStyle/>
          <a:p>
            <a:pPr algn="ctr"/>
            <a:r>
              <a:rPr lang="en-US" sz="3600" b="1" dirty="0"/>
              <a:t>Main Outcomes</a:t>
            </a:r>
          </a:p>
        </p:txBody>
      </p:sp>
      <p:sp>
        <p:nvSpPr>
          <p:cNvPr id="7" name="TextBox 16">
            <a:extLst>
              <a:ext uri="{FF2B5EF4-FFF2-40B4-BE49-F238E27FC236}">
                <a16:creationId xmlns:a16="http://schemas.microsoft.com/office/drawing/2014/main" id="{64768BA4-FAD4-EAFA-8043-3D2ACA2686ED}"/>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a:p>
        </p:txBody>
      </p:sp>
      <p:grpSp>
        <p:nvGrpSpPr>
          <p:cNvPr id="11" name="Group 10">
            <a:extLst>
              <a:ext uri="{FF2B5EF4-FFF2-40B4-BE49-F238E27FC236}">
                <a16:creationId xmlns:a16="http://schemas.microsoft.com/office/drawing/2014/main" id="{9C6E7337-7F95-63A8-E168-2C87D74194B9}"/>
              </a:ext>
            </a:extLst>
          </p:cNvPr>
          <p:cNvGrpSpPr/>
          <p:nvPr/>
        </p:nvGrpSpPr>
        <p:grpSpPr>
          <a:xfrm>
            <a:off x="468854" y="1545215"/>
            <a:ext cx="11305168" cy="2413751"/>
            <a:chOff x="790078" y="2254767"/>
            <a:chExt cx="4431798" cy="1471035"/>
          </a:xfrm>
        </p:grpSpPr>
        <p:grpSp>
          <p:nvGrpSpPr>
            <p:cNvPr id="12" name="Group 13">
              <a:extLst>
                <a:ext uri="{FF2B5EF4-FFF2-40B4-BE49-F238E27FC236}">
                  <a16:creationId xmlns:a16="http://schemas.microsoft.com/office/drawing/2014/main" id="{8724422C-B2CE-23EE-515B-14D4A0B9AB59}"/>
                </a:ext>
              </a:extLst>
            </p:cNvPr>
            <p:cNvGrpSpPr/>
            <p:nvPr/>
          </p:nvGrpSpPr>
          <p:grpSpPr>
            <a:xfrm>
              <a:off x="790078" y="2254767"/>
              <a:ext cx="4431798" cy="1471035"/>
              <a:chOff x="0" y="-38100"/>
              <a:chExt cx="1749683" cy="580768"/>
            </a:xfrm>
          </p:grpSpPr>
          <p:sp>
            <p:nvSpPr>
              <p:cNvPr id="17" name="Freeform 14">
                <a:extLst>
                  <a:ext uri="{FF2B5EF4-FFF2-40B4-BE49-F238E27FC236}">
                    <a16:creationId xmlns:a16="http://schemas.microsoft.com/office/drawing/2014/main" id="{82129ECB-3B0C-6669-CE95-5AB4979E39B9}"/>
                  </a:ext>
                </a:extLst>
              </p:cNvPr>
              <p:cNvSpPr/>
              <p:nvPr/>
            </p:nvSpPr>
            <p:spPr>
              <a:xfrm>
                <a:off x="30607" y="154447"/>
                <a:ext cx="1672722" cy="310003"/>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dirty="0"/>
              </a:p>
            </p:txBody>
          </p:sp>
          <p:sp>
            <p:nvSpPr>
              <p:cNvPr id="18" name="TextBox 17">
                <a:extLst>
                  <a:ext uri="{FF2B5EF4-FFF2-40B4-BE49-F238E27FC236}">
                    <a16:creationId xmlns:a16="http://schemas.microsoft.com/office/drawing/2014/main" id="{2F22A755-DF1B-26EC-E17F-1B5BFAC95A1D}"/>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13" name="TextBox 16">
              <a:extLst>
                <a:ext uri="{FF2B5EF4-FFF2-40B4-BE49-F238E27FC236}">
                  <a16:creationId xmlns:a16="http://schemas.microsoft.com/office/drawing/2014/main" id="{5D5ECFAA-DF5F-F7E4-C1F0-1CFD5FCE9810}"/>
                </a:ext>
              </a:extLst>
            </p:cNvPr>
            <p:cNvSpPr txBox="1"/>
            <p:nvPr/>
          </p:nvSpPr>
          <p:spPr>
            <a:xfrm>
              <a:off x="938179" y="2853587"/>
              <a:ext cx="4095708" cy="525199"/>
            </a:xfrm>
            <a:prstGeom prst="rect">
              <a:avLst/>
            </a:prstGeom>
          </p:spPr>
          <p:txBody>
            <a:bodyPr wrap="square" lIns="0" tIns="0" rIns="0" bIns="0" rtlCol="0" anchor="t">
              <a:spAutoFit/>
            </a:bodyPr>
            <a:lstStyle/>
            <a:p>
              <a:r>
                <a:rPr lang="en-US" sz="1400" b="1" dirty="0"/>
                <a:t>3. Jobs Decreasing by 2030</a:t>
              </a:r>
            </a:p>
            <a:p>
              <a:r>
                <a:rPr lang="en-US" sz="1400" dirty="0"/>
                <a:t>Several roles show noticeable decline in demand, including </a:t>
              </a:r>
              <a:r>
                <a:rPr lang="en-US" sz="1400" b="1" dirty="0"/>
                <a:t>Dietitians, Contracting Supervisors, Learning Mentors</a:t>
              </a:r>
              <a:r>
                <a:rPr lang="en-US" sz="1400" dirty="0"/>
                <a:t>, and </a:t>
              </a:r>
              <a:r>
                <a:rPr lang="en-US" sz="1400" b="1" dirty="0"/>
                <a:t>Manufacturing Specialists</a:t>
              </a:r>
              <a:r>
                <a:rPr lang="en-US" sz="1400" dirty="0"/>
                <a:t>, with job losses ranging from </a:t>
              </a:r>
              <a:r>
                <a:rPr lang="en-US" sz="1400" b="1" dirty="0"/>
                <a:t>58K to 84K</a:t>
              </a:r>
              <a:r>
                <a:rPr lang="en-US" sz="1400" dirty="0"/>
                <a:t>.</a:t>
              </a:r>
            </a:p>
            <a:p>
              <a:r>
                <a:rPr lang="en-US" sz="1400" dirty="0"/>
                <a:t>Declines are concentrated in roles with </a:t>
              </a:r>
              <a:r>
                <a:rPr lang="en-US" sz="1400" b="1" dirty="0"/>
                <a:t>routine, manual, or repetitive task structures</a:t>
              </a:r>
              <a:r>
                <a:rPr lang="en-US" sz="1400" dirty="0"/>
                <a:t>, reinforcing AI’s impact on operational positions.</a:t>
              </a:r>
            </a:p>
          </p:txBody>
        </p:sp>
        <p:sp>
          <p:nvSpPr>
            <p:cNvPr id="16" name="TextBox 17">
              <a:extLst>
                <a:ext uri="{FF2B5EF4-FFF2-40B4-BE49-F238E27FC236}">
                  <a16:creationId xmlns:a16="http://schemas.microsoft.com/office/drawing/2014/main" id="{CF9692DA-FD3A-F1AB-9061-0E6C4A3886B0}"/>
                </a:ext>
              </a:extLst>
            </p:cNvPr>
            <p:cNvSpPr txBox="1"/>
            <p:nvPr/>
          </p:nvSpPr>
          <p:spPr>
            <a:xfrm>
              <a:off x="1028700" y="2425098"/>
              <a:ext cx="3470909" cy="246671"/>
            </a:xfrm>
            <a:prstGeom prst="rect">
              <a:avLst/>
            </a:prstGeom>
          </p:spPr>
          <p:txBody>
            <a:bodyPr wrap="square" lIns="0" tIns="0" rIns="0" bIns="0" rtlCol="0" anchor="t">
              <a:spAutoFit/>
            </a:bodyPr>
            <a:lstStyle/>
            <a:p>
              <a:pPr algn="l">
                <a:lnSpc>
                  <a:spcPts val="2159"/>
                </a:lnSpc>
              </a:pPr>
              <a:endParaRPr lang="en-US" sz="1200" b="1" i="1" spc="-53" dirty="0">
                <a:solidFill>
                  <a:srgbClr val="1B1B1B"/>
                </a:solidFill>
                <a:latin typeface="Helvetica World Bold Italics"/>
                <a:ea typeface="Helvetica World Bold Italics"/>
                <a:cs typeface="Helvetica World Bold Italics"/>
                <a:sym typeface="Helvetica World Bold Italics"/>
              </a:endParaRPr>
            </a:p>
          </p:txBody>
        </p:sp>
      </p:grpSp>
      <p:pic>
        <p:nvPicPr>
          <p:cNvPr id="35" name="Picture 34" descr="A logo of a globe with a graduation cap&#10;&#10;AI-generated content may be incorrect.">
            <a:extLst>
              <a:ext uri="{FF2B5EF4-FFF2-40B4-BE49-F238E27FC236}">
                <a16:creationId xmlns:a16="http://schemas.microsoft.com/office/drawing/2014/main" id="{91ED6C35-C539-B5B2-2E8B-36DB3D0C09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grpSp>
        <p:nvGrpSpPr>
          <p:cNvPr id="3" name="Group 2">
            <a:extLst>
              <a:ext uri="{FF2B5EF4-FFF2-40B4-BE49-F238E27FC236}">
                <a16:creationId xmlns:a16="http://schemas.microsoft.com/office/drawing/2014/main" id="{E8E00705-CE9D-DE32-8292-4F44339A0E63}"/>
              </a:ext>
            </a:extLst>
          </p:cNvPr>
          <p:cNvGrpSpPr/>
          <p:nvPr/>
        </p:nvGrpSpPr>
        <p:grpSpPr>
          <a:xfrm>
            <a:off x="468853" y="3896826"/>
            <a:ext cx="11305168" cy="2176635"/>
            <a:chOff x="790078" y="2254767"/>
            <a:chExt cx="4431798" cy="1471034"/>
          </a:xfrm>
        </p:grpSpPr>
        <p:grpSp>
          <p:nvGrpSpPr>
            <p:cNvPr id="4" name="Group 13">
              <a:extLst>
                <a:ext uri="{FF2B5EF4-FFF2-40B4-BE49-F238E27FC236}">
                  <a16:creationId xmlns:a16="http://schemas.microsoft.com/office/drawing/2014/main" id="{11999841-40D9-960F-2D54-5510CC11335A}"/>
                </a:ext>
              </a:extLst>
            </p:cNvPr>
            <p:cNvGrpSpPr/>
            <p:nvPr/>
          </p:nvGrpSpPr>
          <p:grpSpPr>
            <a:xfrm>
              <a:off x="790078" y="2254767"/>
              <a:ext cx="4431798" cy="1471034"/>
              <a:chOff x="0" y="-38100"/>
              <a:chExt cx="1749683" cy="580768"/>
            </a:xfrm>
          </p:grpSpPr>
          <p:sp>
            <p:nvSpPr>
              <p:cNvPr id="36" name="Freeform 14">
                <a:extLst>
                  <a:ext uri="{FF2B5EF4-FFF2-40B4-BE49-F238E27FC236}">
                    <a16:creationId xmlns:a16="http://schemas.microsoft.com/office/drawing/2014/main" id="{738CD01A-B19B-8369-CB75-CBA18512CD9D}"/>
                  </a:ext>
                </a:extLst>
              </p:cNvPr>
              <p:cNvSpPr/>
              <p:nvPr/>
            </p:nvSpPr>
            <p:spPr>
              <a:xfrm>
                <a:off x="30607" y="70717"/>
                <a:ext cx="1672722" cy="352400"/>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dirty="0"/>
              </a:p>
            </p:txBody>
          </p:sp>
          <p:sp>
            <p:nvSpPr>
              <p:cNvPr id="37" name="TextBox 36">
                <a:extLst>
                  <a:ext uri="{FF2B5EF4-FFF2-40B4-BE49-F238E27FC236}">
                    <a16:creationId xmlns:a16="http://schemas.microsoft.com/office/drawing/2014/main" id="{11B3FF71-8BDB-EC80-A571-CD15AEF5F8F8}"/>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5" name="TextBox 16">
              <a:extLst>
                <a:ext uri="{FF2B5EF4-FFF2-40B4-BE49-F238E27FC236}">
                  <a16:creationId xmlns:a16="http://schemas.microsoft.com/office/drawing/2014/main" id="{C63850B6-5C8F-7FB7-09F1-030D4EAFEBC8}"/>
                </a:ext>
              </a:extLst>
            </p:cNvPr>
            <p:cNvSpPr txBox="1"/>
            <p:nvPr/>
          </p:nvSpPr>
          <p:spPr>
            <a:xfrm>
              <a:off x="938179" y="2608808"/>
              <a:ext cx="4051746" cy="728016"/>
            </a:xfrm>
            <a:prstGeom prst="rect">
              <a:avLst/>
            </a:prstGeom>
          </p:spPr>
          <p:txBody>
            <a:bodyPr wrap="square" lIns="0" tIns="0" rIns="0" bIns="0" rtlCol="0" anchor="t">
              <a:spAutoFit/>
            </a:bodyPr>
            <a:lstStyle/>
            <a:p>
              <a:r>
                <a:rPr lang="en-US" sz="1400" b="1" dirty="0"/>
                <a:t>4. Experience-Level Outlook</a:t>
              </a:r>
            </a:p>
            <a:p>
              <a:r>
                <a:rPr lang="en-US" sz="1400" b="1" dirty="0"/>
                <a:t>Expert-level roles</a:t>
              </a:r>
              <a:r>
                <a:rPr lang="en-US" sz="1400" dirty="0"/>
                <a:t> experience the largest growth (+583K), reflecting increased demand for innovation-driven and decision-making positions.</a:t>
              </a:r>
            </a:p>
            <a:p>
              <a:r>
                <a:rPr lang="en-US" sz="1400" b="1" dirty="0"/>
                <a:t>Junior-level roles</a:t>
              </a:r>
              <a:r>
                <a:rPr lang="en-US" sz="1400" dirty="0"/>
                <a:t> decline significantly (-134K), highlighting automation’s impact on entry-level and repetitive functions.</a:t>
              </a:r>
            </a:p>
            <a:p>
              <a:r>
                <a:rPr lang="en-US" sz="1400" dirty="0"/>
                <a:t>Supervisor and senior positions show moderate increases.</a:t>
              </a:r>
            </a:p>
          </p:txBody>
        </p:sp>
        <p:sp>
          <p:nvSpPr>
            <p:cNvPr id="15" name="TextBox 17">
              <a:extLst>
                <a:ext uri="{FF2B5EF4-FFF2-40B4-BE49-F238E27FC236}">
                  <a16:creationId xmlns:a16="http://schemas.microsoft.com/office/drawing/2014/main" id="{576C74F0-AB4D-7CAD-25C5-A2DF964F561E}"/>
                </a:ext>
              </a:extLst>
            </p:cNvPr>
            <p:cNvSpPr txBox="1"/>
            <p:nvPr/>
          </p:nvSpPr>
          <p:spPr>
            <a:xfrm>
              <a:off x="1028700" y="2425098"/>
              <a:ext cx="3470909" cy="246671"/>
            </a:xfrm>
            <a:prstGeom prst="rect">
              <a:avLst/>
            </a:prstGeom>
          </p:spPr>
          <p:txBody>
            <a:bodyPr wrap="square" lIns="0" tIns="0" rIns="0" bIns="0" rtlCol="0" anchor="t">
              <a:spAutoFit/>
            </a:bodyPr>
            <a:lstStyle/>
            <a:p>
              <a:pPr algn="l">
                <a:lnSpc>
                  <a:spcPts val="2159"/>
                </a:lnSpc>
              </a:pPr>
              <a:endParaRPr lang="en-US" sz="1200" b="1" i="1" spc="-53" dirty="0">
                <a:solidFill>
                  <a:srgbClr val="1B1B1B"/>
                </a:solidFill>
                <a:latin typeface="Helvetica World Bold Italics"/>
                <a:ea typeface="Helvetica World Bold Italics"/>
                <a:cs typeface="Helvetica World Bold Italics"/>
                <a:sym typeface="Helvetica World Bold Italics"/>
              </a:endParaRPr>
            </a:p>
          </p:txBody>
        </p:sp>
      </p:grpSp>
    </p:spTree>
    <p:extLst>
      <p:ext uri="{BB962C8B-B14F-4D97-AF65-F5344CB8AC3E}">
        <p14:creationId xmlns:p14="http://schemas.microsoft.com/office/powerpoint/2010/main" val="2115509296"/>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E2C86-94B3-D776-9CFF-BD3377C53BB1}"/>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18A0F055-7EB6-61B8-CEBF-A14E134C181C}"/>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F2E427BD-8B2E-FBB6-33B0-9F50A42282E5}"/>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5778FF8E-6CB9-F2E9-3FD0-C2D883416009}"/>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A8940B07-65E2-EB74-A4BC-7FC0F8A5A487}"/>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sp>
        <p:nvSpPr>
          <p:cNvPr id="33" name="TextBox 16">
            <a:extLst>
              <a:ext uri="{FF2B5EF4-FFF2-40B4-BE49-F238E27FC236}">
                <a16:creationId xmlns:a16="http://schemas.microsoft.com/office/drawing/2014/main" id="{95271DFB-3A8A-4D47-6337-D9486AF9877C}"/>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a:p>
        </p:txBody>
      </p:sp>
      <p:pic>
        <p:nvPicPr>
          <p:cNvPr id="2" name="Picture 1" descr="A black background with a black square&#10;&#10;AI-generated content may be incorrect.">
            <a:extLst>
              <a:ext uri="{FF2B5EF4-FFF2-40B4-BE49-F238E27FC236}">
                <a16:creationId xmlns:a16="http://schemas.microsoft.com/office/drawing/2014/main" id="{6C6125CE-C780-29F9-677E-40156721A5F2}"/>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sp>
        <p:nvSpPr>
          <p:cNvPr id="6" name="TextBox 5">
            <a:extLst>
              <a:ext uri="{FF2B5EF4-FFF2-40B4-BE49-F238E27FC236}">
                <a16:creationId xmlns:a16="http://schemas.microsoft.com/office/drawing/2014/main" id="{9FA2433C-1075-6F58-15D5-B878CDEB6C8D}"/>
              </a:ext>
            </a:extLst>
          </p:cNvPr>
          <p:cNvSpPr txBox="1"/>
          <p:nvPr/>
        </p:nvSpPr>
        <p:spPr>
          <a:xfrm>
            <a:off x="3585343" y="1339982"/>
            <a:ext cx="4472901" cy="646331"/>
          </a:xfrm>
          <a:prstGeom prst="rect">
            <a:avLst/>
          </a:prstGeom>
          <a:noFill/>
        </p:spPr>
        <p:txBody>
          <a:bodyPr wrap="square">
            <a:spAutoFit/>
          </a:bodyPr>
          <a:lstStyle/>
          <a:p>
            <a:pPr algn="ctr"/>
            <a:r>
              <a:rPr lang="en-US" sz="3600" b="1" dirty="0"/>
              <a:t>Main Outcomes</a:t>
            </a:r>
          </a:p>
        </p:txBody>
      </p:sp>
      <p:sp>
        <p:nvSpPr>
          <p:cNvPr id="7" name="TextBox 16">
            <a:extLst>
              <a:ext uri="{FF2B5EF4-FFF2-40B4-BE49-F238E27FC236}">
                <a16:creationId xmlns:a16="http://schemas.microsoft.com/office/drawing/2014/main" id="{1EC98C65-D374-9C7C-AA31-87C2718B3FE8}"/>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a:p>
        </p:txBody>
      </p:sp>
      <p:grpSp>
        <p:nvGrpSpPr>
          <p:cNvPr id="11" name="Group 10">
            <a:extLst>
              <a:ext uri="{FF2B5EF4-FFF2-40B4-BE49-F238E27FC236}">
                <a16:creationId xmlns:a16="http://schemas.microsoft.com/office/drawing/2014/main" id="{FEAD0B82-9EFF-5721-ACE4-0E9A0115FDD2}"/>
              </a:ext>
            </a:extLst>
          </p:cNvPr>
          <p:cNvGrpSpPr/>
          <p:nvPr/>
        </p:nvGrpSpPr>
        <p:grpSpPr>
          <a:xfrm>
            <a:off x="58371" y="2026991"/>
            <a:ext cx="11305168" cy="2413750"/>
            <a:chOff x="790078" y="2254767"/>
            <a:chExt cx="4431798" cy="1471035"/>
          </a:xfrm>
        </p:grpSpPr>
        <p:grpSp>
          <p:nvGrpSpPr>
            <p:cNvPr id="12" name="Group 13">
              <a:extLst>
                <a:ext uri="{FF2B5EF4-FFF2-40B4-BE49-F238E27FC236}">
                  <a16:creationId xmlns:a16="http://schemas.microsoft.com/office/drawing/2014/main" id="{B3317575-E316-37E9-1E45-520D78A1FB77}"/>
                </a:ext>
              </a:extLst>
            </p:cNvPr>
            <p:cNvGrpSpPr/>
            <p:nvPr/>
          </p:nvGrpSpPr>
          <p:grpSpPr>
            <a:xfrm>
              <a:off x="790078" y="2254767"/>
              <a:ext cx="4431798" cy="1471035"/>
              <a:chOff x="0" y="-38100"/>
              <a:chExt cx="1749683" cy="580768"/>
            </a:xfrm>
          </p:grpSpPr>
          <p:sp>
            <p:nvSpPr>
              <p:cNvPr id="17" name="Freeform 14">
                <a:extLst>
                  <a:ext uri="{FF2B5EF4-FFF2-40B4-BE49-F238E27FC236}">
                    <a16:creationId xmlns:a16="http://schemas.microsoft.com/office/drawing/2014/main" id="{5DD18ACB-8427-4E8A-923A-7787F0329A87}"/>
                  </a:ext>
                </a:extLst>
              </p:cNvPr>
              <p:cNvSpPr/>
              <p:nvPr/>
            </p:nvSpPr>
            <p:spPr>
              <a:xfrm>
                <a:off x="122546" y="103717"/>
                <a:ext cx="1488843" cy="311437"/>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dirty="0"/>
              </a:p>
            </p:txBody>
          </p:sp>
          <p:sp>
            <p:nvSpPr>
              <p:cNvPr id="18" name="TextBox 17">
                <a:extLst>
                  <a:ext uri="{FF2B5EF4-FFF2-40B4-BE49-F238E27FC236}">
                    <a16:creationId xmlns:a16="http://schemas.microsoft.com/office/drawing/2014/main" id="{43910832-DD59-AE69-69D5-88A612D8A9A0}"/>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13" name="TextBox 16">
              <a:extLst>
                <a:ext uri="{FF2B5EF4-FFF2-40B4-BE49-F238E27FC236}">
                  <a16:creationId xmlns:a16="http://schemas.microsoft.com/office/drawing/2014/main" id="{DA5A0362-F265-2977-1424-C1381711D87C}"/>
                </a:ext>
              </a:extLst>
            </p:cNvPr>
            <p:cNvSpPr txBox="1"/>
            <p:nvPr/>
          </p:nvSpPr>
          <p:spPr>
            <a:xfrm>
              <a:off x="1267531" y="2666071"/>
              <a:ext cx="3357955" cy="656499"/>
            </a:xfrm>
            <a:prstGeom prst="rect">
              <a:avLst/>
            </a:prstGeom>
          </p:spPr>
          <p:txBody>
            <a:bodyPr wrap="square" lIns="0" tIns="0" rIns="0" bIns="0" rtlCol="0" anchor="t">
              <a:spAutoFit/>
            </a:bodyPr>
            <a:lstStyle/>
            <a:p>
              <a:r>
                <a:rPr lang="en-US" sz="1400" b="1" dirty="0"/>
                <a:t>5. Geographic Insights</a:t>
              </a:r>
            </a:p>
            <a:p>
              <a:r>
                <a:rPr lang="en-US" sz="1400" dirty="0"/>
                <a:t>Automation risk is relatively consistent globally, ranging between </a:t>
              </a:r>
              <a:r>
                <a:rPr lang="en-US" sz="1400" b="1" dirty="0"/>
                <a:t>49% and 51%</a:t>
              </a:r>
              <a:r>
                <a:rPr lang="en-US" sz="1400" dirty="0"/>
                <a:t>, indicating AI’s </a:t>
              </a:r>
              <a:r>
                <a:rPr lang="en-US" sz="1400" b="1" dirty="0"/>
                <a:t>universal market impact</a:t>
              </a:r>
              <a:r>
                <a:rPr lang="en-US" sz="1400" dirty="0"/>
                <a:t>.</a:t>
              </a:r>
            </a:p>
            <a:p>
              <a:r>
                <a:rPr lang="en-US" sz="1400" dirty="0"/>
                <a:t>Countries like </a:t>
              </a:r>
              <a:r>
                <a:rPr lang="en-US" sz="1400" b="1" dirty="0"/>
                <a:t>Canada, Brazil, Germany, China, and Australia</a:t>
              </a:r>
              <a:r>
                <a:rPr lang="en-US" sz="1400" dirty="0"/>
                <a:t> display similar adoption and automation exposure rates.</a:t>
              </a:r>
            </a:p>
          </p:txBody>
        </p:sp>
        <p:sp>
          <p:nvSpPr>
            <p:cNvPr id="16" name="TextBox 17">
              <a:extLst>
                <a:ext uri="{FF2B5EF4-FFF2-40B4-BE49-F238E27FC236}">
                  <a16:creationId xmlns:a16="http://schemas.microsoft.com/office/drawing/2014/main" id="{92B399FF-E44B-8969-2453-F8245DF99690}"/>
                </a:ext>
              </a:extLst>
            </p:cNvPr>
            <p:cNvSpPr txBox="1"/>
            <p:nvPr/>
          </p:nvSpPr>
          <p:spPr>
            <a:xfrm>
              <a:off x="1028700" y="2425098"/>
              <a:ext cx="3470909" cy="246671"/>
            </a:xfrm>
            <a:prstGeom prst="rect">
              <a:avLst/>
            </a:prstGeom>
          </p:spPr>
          <p:txBody>
            <a:bodyPr wrap="square" lIns="0" tIns="0" rIns="0" bIns="0" rtlCol="0" anchor="t">
              <a:spAutoFit/>
            </a:bodyPr>
            <a:lstStyle/>
            <a:p>
              <a:pPr algn="l">
                <a:lnSpc>
                  <a:spcPts val="2159"/>
                </a:lnSpc>
              </a:pPr>
              <a:endParaRPr lang="en-US" sz="1200" b="1" i="1" spc="-53" dirty="0">
                <a:solidFill>
                  <a:srgbClr val="1B1B1B"/>
                </a:solidFill>
                <a:latin typeface="Helvetica World Bold Italics"/>
                <a:ea typeface="Helvetica World Bold Italics"/>
                <a:cs typeface="Helvetica World Bold Italics"/>
                <a:sym typeface="Helvetica World Bold Italics"/>
              </a:endParaRPr>
            </a:p>
          </p:txBody>
        </p:sp>
      </p:grpSp>
      <p:pic>
        <p:nvPicPr>
          <p:cNvPr id="35" name="Picture 34" descr="A logo of a globe with a graduation cap&#10;&#10;AI-generated content may be incorrect.">
            <a:extLst>
              <a:ext uri="{FF2B5EF4-FFF2-40B4-BE49-F238E27FC236}">
                <a16:creationId xmlns:a16="http://schemas.microsoft.com/office/drawing/2014/main" id="{D9E4A870-1034-5894-F197-9F145395FB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grpSp>
        <p:nvGrpSpPr>
          <p:cNvPr id="3" name="Group 2">
            <a:extLst>
              <a:ext uri="{FF2B5EF4-FFF2-40B4-BE49-F238E27FC236}">
                <a16:creationId xmlns:a16="http://schemas.microsoft.com/office/drawing/2014/main" id="{71B6A532-FDE9-1C2A-C44B-DF93CCE2BEF7}"/>
              </a:ext>
            </a:extLst>
          </p:cNvPr>
          <p:cNvGrpSpPr/>
          <p:nvPr/>
        </p:nvGrpSpPr>
        <p:grpSpPr>
          <a:xfrm>
            <a:off x="58371" y="3555342"/>
            <a:ext cx="11305168" cy="2413750"/>
            <a:chOff x="790078" y="2254767"/>
            <a:chExt cx="4431798" cy="1471035"/>
          </a:xfrm>
        </p:grpSpPr>
        <p:grpSp>
          <p:nvGrpSpPr>
            <p:cNvPr id="4" name="Group 13">
              <a:extLst>
                <a:ext uri="{FF2B5EF4-FFF2-40B4-BE49-F238E27FC236}">
                  <a16:creationId xmlns:a16="http://schemas.microsoft.com/office/drawing/2014/main" id="{5AA6034D-18CC-2818-4E00-531503E26136}"/>
                </a:ext>
              </a:extLst>
            </p:cNvPr>
            <p:cNvGrpSpPr/>
            <p:nvPr/>
          </p:nvGrpSpPr>
          <p:grpSpPr>
            <a:xfrm>
              <a:off x="790078" y="2254767"/>
              <a:ext cx="4431798" cy="1471035"/>
              <a:chOff x="0" y="-38100"/>
              <a:chExt cx="1749683" cy="580768"/>
            </a:xfrm>
          </p:grpSpPr>
          <p:sp>
            <p:nvSpPr>
              <p:cNvPr id="36" name="Freeform 14">
                <a:extLst>
                  <a:ext uri="{FF2B5EF4-FFF2-40B4-BE49-F238E27FC236}">
                    <a16:creationId xmlns:a16="http://schemas.microsoft.com/office/drawing/2014/main" id="{73DBB5F2-19C5-82E2-31CB-1C30957E358F}"/>
                  </a:ext>
                </a:extLst>
              </p:cNvPr>
              <p:cNvSpPr/>
              <p:nvPr/>
            </p:nvSpPr>
            <p:spPr>
              <a:xfrm>
                <a:off x="122546" y="218838"/>
                <a:ext cx="1488843" cy="231984"/>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dirty="0"/>
              </a:p>
            </p:txBody>
          </p:sp>
          <p:sp>
            <p:nvSpPr>
              <p:cNvPr id="37" name="TextBox 36">
                <a:extLst>
                  <a:ext uri="{FF2B5EF4-FFF2-40B4-BE49-F238E27FC236}">
                    <a16:creationId xmlns:a16="http://schemas.microsoft.com/office/drawing/2014/main" id="{D8D95731-D9B9-211A-2F00-C8D762D62AC9}"/>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5" name="TextBox 16">
              <a:extLst>
                <a:ext uri="{FF2B5EF4-FFF2-40B4-BE49-F238E27FC236}">
                  <a16:creationId xmlns:a16="http://schemas.microsoft.com/office/drawing/2014/main" id="{D9061042-705B-0708-99C3-4AC8506D9692}"/>
                </a:ext>
              </a:extLst>
            </p:cNvPr>
            <p:cNvSpPr txBox="1"/>
            <p:nvPr/>
          </p:nvSpPr>
          <p:spPr>
            <a:xfrm>
              <a:off x="1172520" y="2947944"/>
              <a:ext cx="3699069" cy="393900"/>
            </a:xfrm>
            <a:prstGeom prst="rect">
              <a:avLst/>
            </a:prstGeom>
          </p:spPr>
          <p:txBody>
            <a:bodyPr wrap="square" lIns="0" tIns="0" rIns="0" bIns="0" rtlCol="0" anchor="t">
              <a:spAutoFit/>
            </a:bodyPr>
            <a:lstStyle/>
            <a:p>
              <a:r>
                <a:rPr lang="en-US" sz="1400" b="1" dirty="0"/>
                <a:t>6. Gender Diversity</a:t>
              </a:r>
            </a:p>
            <a:p>
              <a:r>
                <a:rPr lang="en-US" sz="1400" dirty="0"/>
                <a:t>Gender distribution remains </a:t>
              </a:r>
              <a:r>
                <a:rPr lang="en-US" sz="1400" b="1" dirty="0"/>
                <a:t>balanced across industries</a:t>
              </a:r>
              <a:r>
                <a:rPr lang="en-US" sz="1400" dirty="0"/>
                <a:t>, with male and female participation showing minimal variance, indicating that AI-driven shifts are </a:t>
              </a:r>
              <a:r>
                <a:rPr lang="en-US" sz="1400" b="1" dirty="0"/>
                <a:t>industry-based rather than gender-based</a:t>
              </a:r>
              <a:r>
                <a:rPr lang="en-US" sz="1400" dirty="0"/>
                <a:t>.</a:t>
              </a:r>
            </a:p>
          </p:txBody>
        </p:sp>
      </p:grpSp>
    </p:spTree>
    <p:extLst>
      <p:ext uri="{BB962C8B-B14F-4D97-AF65-F5344CB8AC3E}">
        <p14:creationId xmlns:p14="http://schemas.microsoft.com/office/powerpoint/2010/main" val="889252946"/>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F3C2-F9A5-C64D-FFB5-646BD954D6DC}"/>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E0D7D761-E84F-341C-1B24-2ACF720703CD}"/>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03C92FCA-97CA-5D12-25FC-4AA5118C4EA3}"/>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E0AF716B-CDF9-C184-6BD8-0E2AEB740063}"/>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FE2D032A-2B0F-CE96-CB40-A3FBF8115F8F}"/>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sp>
        <p:nvSpPr>
          <p:cNvPr id="33" name="TextBox 16">
            <a:extLst>
              <a:ext uri="{FF2B5EF4-FFF2-40B4-BE49-F238E27FC236}">
                <a16:creationId xmlns:a16="http://schemas.microsoft.com/office/drawing/2014/main" id="{5406445B-D65D-B569-CB55-F485B6CDC055}"/>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a:p>
        </p:txBody>
      </p:sp>
      <p:pic>
        <p:nvPicPr>
          <p:cNvPr id="2" name="Picture 1" descr="A black background with a black square&#10;&#10;AI-generated content may be incorrect.">
            <a:extLst>
              <a:ext uri="{FF2B5EF4-FFF2-40B4-BE49-F238E27FC236}">
                <a16:creationId xmlns:a16="http://schemas.microsoft.com/office/drawing/2014/main" id="{179FFD17-C737-0C1B-3285-70568563C2BE}"/>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sp>
        <p:nvSpPr>
          <p:cNvPr id="6" name="TextBox 5">
            <a:extLst>
              <a:ext uri="{FF2B5EF4-FFF2-40B4-BE49-F238E27FC236}">
                <a16:creationId xmlns:a16="http://schemas.microsoft.com/office/drawing/2014/main" id="{3D512325-31E1-98F3-60BE-587EE67A49AE}"/>
              </a:ext>
            </a:extLst>
          </p:cNvPr>
          <p:cNvSpPr txBox="1"/>
          <p:nvPr/>
        </p:nvSpPr>
        <p:spPr>
          <a:xfrm>
            <a:off x="3585343" y="1339982"/>
            <a:ext cx="4472901" cy="646331"/>
          </a:xfrm>
          <a:prstGeom prst="rect">
            <a:avLst/>
          </a:prstGeom>
          <a:noFill/>
        </p:spPr>
        <p:txBody>
          <a:bodyPr wrap="square">
            <a:spAutoFit/>
          </a:bodyPr>
          <a:lstStyle/>
          <a:p>
            <a:pPr algn="ctr"/>
            <a:r>
              <a:rPr lang="en-US" sz="3600" b="1" dirty="0"/>
              <a:t>Recommendations </a:t>
            </a:r>
          </a:p>
        </p:txBody>
      </p:sp>
      <p:sp>
        <p:nvSpPr>
          <p:cNvPr id="7" name="TextBox 16">
            <a:extLst>
              <a:ext uri="{FF2B5EF4-FFF2-40B4-BE49-F238E27FC236}">
                <a16:creationId xmlns:a16="http://schemas.microsoft.com/office/drawing/2014/main" id="{5226B8C4-AC71-5808-5CD3-B4A5BB6B4DD6}"/>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a:p>
        </p:txBody>
      </p:sp>
      <p:grpSp>
        <p:nvGrpSpPr>
          <p:cNvPr id="11" name="Group 10">
            <a:extLst>
              <a:ext uri="{FF2B5EF4-FFF2-40B4-BE49-F238E27FC236}">
                <a16:creationId xmlns:a16="http://schemas.microsoft.com/office/drawing/2014/main" id="{E353CBEC-FC42-37D2-5B53-6A0B012CEDF9}"/>
              </a:ext>
            </a:extLst>
          </p:cNvPr>
          <p:cNvGrpSpPr/>
          <p:nvPr/>
        </p:nvGrpSpPr>
        <p:grpSpPr>
          <a:xfrm>
            <a:off x="722671" y="2151689"/>
            <a:ext cx="10400973" cy="1201610"/>
            <a:chOff x="770134" y="2254767"/>
            <a:chExt cx="4451742" cy="1631284"/>
          </a:xfrm>
        </p:grpSpPr>
        <p:grpSp>
          <p:nvGrpSpPr>
            <p:cNvPr id="12" name="Group 13">
              <a:extLst>
                <a:ext uri="{FF2B5EF4-FFF2-40B4-BE49-F238E27FC236}">
                  <a16:creationId xmlns:a16="http://schemas.microsoft.com/office/drawing/2014/main" id="{2C36ED5E-1694-7AC2-29AA-872B7EDF8F1C}"/>
                </a:ext>
              </a:extLst>
            </p:cNvPr>
            <p:cNvGrpSpPr/>
            <p:nvPr/>
          </p:nvGrpSpPr>
          <p:grpSpPr>
            <a:xfrm>
              <a:off x="770134" y="2254767"/>
              <a:ext cx="4451742" cy="1631284"/>
              <a:chOff x="-7874" y="-38100"/>
              <a:chExt cx="1757557" cy="644035"/>
            </a:xfrm>
          </p:grpSpPr>
          <p:sp>
            <p:nvSpPr>
              <p:cNvPr id="17" name="Freeform 14">
                <a:extLst>
                  <a:ext uri="{FF2B5EF4-FFF2-40B4-BE49-F238E27FC236}">
                    <a16:creationId xmlns:a16="http://schemas.microsoft.com/office/drawing/2014/main" id="{9FB61922-18C1-7897-CB47-9D9F48824F87}"/>
                  </a:ext>
                </a:extLst>
              </p:cNvPr>
              <p:cNvSpPr/>
              <p:nvPr/>
            </p:nvSpPr>
            <p:spPr>
              <a:xfrm>
                <a:off x="-7874" y="63267"/>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dirty="0"/>
              </a:p>
            </p:txBody>
          </p:sp>
          <p:sp>
            <p:nvSpPr>
              <p:cNvPr id="18" name="TextBox 17">
                <a:extLst>
                  <a:ext uri="{FF2B5EF4-FFF2-40B4-BE49-F238E27FC236}">
                    <a16:creationId xmlns:a16="http://schemas.microsoft.com/office/drawing/2014/main" id="{833BF5E4-F493-915D-E2E4-6134B204B7E4}"/>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13" name="TextBox 16">
              <a:extLst>
                <a:ext uri="{FF2B5EF4-FFF2-40B4-BE49-F238E27FC236}">
                  <a16:creationId xmlns:a16="http://schemas.microsoft.com/office/drawing/2014/main" id="{4C5DE8B2-0196-1357-FE89-5CCECC5C0686}"/>
                </a:ext>
              </a:extLst>
            </p:cNvPr>
            <p:cNvSpPr txBox="1"/>
            <p:nvPr/>
          </p:nvSpPr>
          <p:spPr>
            <a:xfrm>
              <a:off x="867602" y="2629335"/>
              <a:ext cx="4294442" cy="707668"/>
            </a:xfrm>
            <a:prstGeom prst="rect">
              <a:avLst/>
            </a:prstGeom>
          </p:spPr>
          <p:txBody>
            <a:bodyPr wrap="square" lIns="0" tIns="0" rIns="0" bIns="0" rtlCol="0" anchor="t">
              <a:spAutoFit/>
            </a:bodyPr>
            <a:lstStyle/>
            <a:p>
              <a:r>
                <a:rPr lang="en-US" sz="1400" b="1" dirty="0"/>
                <a:t>1. Prioritize Reskilling and Upskilling</a:t>
              </a:r>
            </a:p>
            <a:p>
              <a:r>
                <a:rPr lang="en-US" sz="1400" dirty="0"/>
                <a:t>Invest heavily in training related to </a:t>
              </a:r>
              <a:r>
                <a:rPr lang="en-US" sz="1400" b="1" dirty="0"/>
                <a:t>AI literacy, data analytics, automation tools, and digital workflows</a:t>
              </a:r>
              <a:r>
                <a:rPr lang="en-US" sz="1400" dirty="0"/>
                <a:t>.</a:t>
              </a:r>
            </a:p>
            <a:p>
              <a:r>
                <a:rPr lang="en-US" sz="1400" dirty="0"/>
                <a:t>Industries with high automation risk should shift toward </a:t>
              </a:r>
              <a:r>
                <a:rPr lang="en-US" sz="1400" b="1" dirty="0"/>
                <a:t>reskilling pathways</a:t>
              </a:r>
              <a:r>
                <a:rPr lang="en-US" sz="1400" dirty="0"/>
                <a:t> to preserve employment levels.</a:t>
              </a:r>
            </a:p>
          </p:txBody>
        </p:sp>
        <p:sp>
          <p:nvSpPr>
            <p:cNvPr id="16" name="TextBox 17">
              <a:extLst>
                <a:ext uri="{FF2B5EF4-FFF2-40B4-BE49-F238E27FC236}">
                  <a16:creationId xmlns:a16="http://schemas.microsoft.com/office/drawing/2014/main" id="{CD2A9EF9-3225-B84B-1295-72D58F9A2CD2}"/>
                </a:ext>
              </a:extLst>
            </p:cNvPr>
            <p:cNvSpPr txBox="1"/>
            <p:nvPr/>
          </p:nvSpPr>
          <p:spPr>
            <a:xfrm>
              <a:off x="1028700" y="2425098"/>
              <a:ext cx="3470909" cy="246671"/>
            </a:xfrm>
            <a:prstGeom prst="rect">
              <a:avLst/>
            </a:prstGeom>
          </p:spPr>
          <p:txBody>
            <a:bodyPr wrap="square" lIns="0" tIns="0" rIns="0" bIns="0" rtlCol="0" anchor="t">
              <a:spAutoFit/>
            </a:bodyPr>
            <a:lstStyle/>
            <a:p>
              <a:pPr algn="l">
                <a:lnSpc>
                  <a:spcPts val="2159"/>
                </a:lnSpc>
              </a:pPr>
              <a:endParaRPr lang="en-US" sz="1200" b="1" i="1" spc="-53" dirty="0">
                <a:solidFill>
                  <a:srgbClr val="1B1B1B"/>
                </a:solidFill>
                <a:latin typeface="Helvetica World Bold Italics"/>
                <a:ea typeface="Helvetica World Bold Italics"/>
                <a:cs typeface="Helvetica World Bold Italics"/>
                <a:sym typeface="Helvetica World Bold Italics"/>
              </a:endParaRPr>
            </a:p>
          </p:txBody>
        </p:sp>
      </p:grpSp>
      <p:pic>
        <p:nvPicPr>
          <p:cNvPr id="35" name="Picture 34" descr="A logo of a globe with a graduation cap&#10;&#10;AI-generated content may be incorrect.">
            <a:extLst>
              <a:ext uri="{FF2B5EF4-FFF2-40B4-BE49-F238E27FC236}">
                <a16:creationId xmlns:a16="http://schemas.microsoft.com/office/drawing/2014/main" id="{3528392D-552D-DED4-D0F9-CA9FA550E5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grpSp>
        <p:nvGrpSpPr>
          <p:cNvPr id="31" name="Group 30">
            <a:extLst>
              <a:ext uri="{FF2B5EF4-FFF2-40B4-BE49-F238E27FC236}">
                <a16:creationId xmlns:a16="http://schemas.microsoft.com/office/drawing/2014/main" id="{313BB1CB-D199-81C0-F6D0-9F9C6253ABBA}"/>
              </a:ext>
            </a:extLst>
          </p:cNvPr>
          <p:cNvGrpSpPr/>
          <p:nvPr/>
        </p:nvGrpSpPr>
        <p:grpSpPr>
          <a:xfrm>
            <a:off x="722671" y="3459389"/>
            <a:ext cx="10442286" cy="1255394"/>
            <a:chOff x="770134" y="2254767"/>
            <a:chExt cx="4451742" cy="1631284"/>
          </a:xfrm>
        </p:grpSpPr>
        <p:grpSp>
          <p:nvGrpSpPr>
            <p:cNvPr id="32" name="Group 13">
              <a:extLst>
                <a:ext uri="{FF2B5EF4-FFF2-40B4-BE49-F238E27FC236}">
                  <a16:creationId xmlns:a16="http://schemas.microsoft.com/office/drawing/2014/main" id="{152B5661-8B26-7A4D-47FC-BA9648CEE893}"/>
                </a:ext>
              </a:extLst>
            </p:cNvPr>
            <p:cNvGrpSpPr/>
            <p:nvPr/>
          </p:nvGrpSpPr>
          <p:grpSpPr>
            <a:xfrm>
              <a:off x="770134" y="2254767"/>
              <a:ext cx="4451742" cy="1631284"/>
              <a:chOff x="-7874" y="-38100"/>
              <a:chExt cx="1757557" cy="644035"/>
            </a:xfrm>
          </p:grpSpPr>
          <p:sp>
            <p:nvSpPr>
              <p:cNvPr id="39" name="Freeform 14">
                <a:extLst>
                  <a:ext uri="{FF2B5EF4-FFF2-40B4-BE49-F238E27FC236}">
                    <a16:creationId xmlns:a16="http://schemas.microsoft.com/office/drawing/2014/main" id="{8A37D4B9-2C64-D91A-C251-825A24AE27EC}"/>
                  </a:ext>
                </a:extLst>
              </p:cNvPr>
              <p:cNvSpPr/>
              <p:nvPr/>
            </p:nvSpPr>
            <p:spPr>
              <a:xfrm>
                <a:off x="-7874" y="63267"/>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dirty="0"/>
              </a:p>
            </p:txBody>
          </p:sp>
          <p:sp>
            <p:nvSpPr>
              <p:cNvPr id="40" name="TextBox 39">
                <a:extLst>
                  <a:ext uri="{FF2B5EF4-FFF2-40B4-BE49-F238E27FC236}">
                    <a16:creationId xmlns:a16="http://schemas.microsoft.com/office/drawing/2014/main" id="{070F177F-A7FC-B6F6-8CFF-1C698C41D5A2}"/>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34" name="TextBox 16">
              <a:extLst>
                <a:ext uri="{FF2B5EF4-FFF2-40B4-BE49-F238E27FC236}">
                  <a16:creationId xmlns:a16="http://schemas.microsoft.com/office/drawing/2014/main" id="{7AD3060A-267D-512D-2073-827AC06FA3EE}"/>
                </a:ext>
              </a:extLst>
            </p:cNvPr>
            <p:cNvSpPr txBox="1"/>
            <p:nvPr/>
          </p:nvSpPr>
          <p:spPr>
            <a:xfrm>
              <a:off x="867602" y="2629335"/>
              <a:ext cx="4294442" cy="707668"/>
            </a:xfrm>
            <a:prstGeom prst="rect">
              <a:avLst/>
            </a:prstGeom>
          </p:spPr>
          <p:txBody>
            <a:bodyPr wrap="square" lIns="0" tIns="0" rIns="0" bIns="0" rtlCol="0" anchor="t">
              <a:spAutoFit/>
            </a:bodyPr>
            <a:lstStyle/>
            <a:p>
              <a:r>
                <a:rPr lang="en-US" sz="1400" b="1" dirty="0"/>
                <a:t>2. Support Transition for High-Risk Occupations</a:t>
              </a:r>
            </a:p>
            <a:p>
              <a:r>
                <a:rPr lang="en-US" sz="1400" dirty="0"/>
                <a:t>Develop targeted programs for roles exceeding </a:t>
              </a:r>
              <a:r>
                <a:rPr lang="en-US" sz="1400" b="1" dirty="0"/>
                <a:t>70% automation risk</a:t>
              </a:r>
              <a:r>
                <a:rPr lang="en-US" sz="1400" dirty="0"/>
                <a:t>, such as proofreading, sales, and administrative support.</a:t>
              </a:r>
            </a:p>
            <a:p>
              <a:r>
                <a:rPr lang="en-US" sz="1400" dirty="0"/>
                <a:t>Offer structured transition plans into </a:t>
              </a:r>
              <a:r>
                <a:rPr lang="en-US" sz="1400" b="1" dirty="0"/>
                <a:t>emerging roles</a:t>
              </a:r>
              <a:r>
                <a:rPr lang="en-US" sz="1400" dirty="0"/>
                <a:t> with lower automation exposure.</a:t>
              </a:r>
            </a:p>
          </p:txBody>
        </p:sp>
        <p:sp>
          <p:nvSpPr>
            <p:cNvPr id="38" name="TextBox 17">
              <a:extLst>
                <a:ext uri="{FF2B5EF4-FFF2-40B4-BE49-F238E27FC236}">
                  <a16:creationId xmlns:a16="http://schemas.microsoft.com/office/drawing/2014/main" id="{D559F15F-D375-FB03-0B70-33D0128047F7}"/>
                </a:ext>
              </a:extLst>
            </p:cNvPr>
            <p:cNvSpPr txBox="1"/>
            <p:nvPr/>
          </p:nvSpPr>
          <p:spPr>
            <a:xfrm>
              <a:off x="1028700" y="2425098"/>
              <a:ext cx="3470909" cy="246671"/>
            </a:xfrm>
            <a:prstGeom prst="rect">
              <a:avLst/>
            </a:prstGeom>
          </p:spPr>
          <p:txBody>
            <a:bodyPr wrap="square" lIns="0" tIns="0" rIns="0" bIns="0" rtlCol="0" anchor="t">
              <a:spAutoFit/>
            </a:bodyPr>
            <a:lstStyle/>
            <a:p>
              <a:pPr algn="l">
                <a:lnSpc>
                  <a:spcPts val="2159"/>
                </a:lnSpc>
              </a:pPr>
              <a:endParaRPr lang="en-US" sz="1200" b="1" i="1" spc="-53" dirty="0">
                <a:solidFill>
                  <a:srgbClr val="1B1B1B"/>
                </a:solidFill>
                <a:latin typeface="Helvetica World Bold Italics"/>
                <a:ea typeface="Helvetica World Bold Italics"/>
                <a:cs typeface="Helvetica World Bold Italics"/>
                <a:sym typeface="Helvetica World Bold Italics"/>
              </a:endParaRPr>
            </a:p>
          </p:txBody>
        </p:sp>
      </p:grpSp>
      <p:grpSp>
        <p:nvGrpSpPr>
          <p:cNvPr id="41" name="Group 40">
            <a:extLst>
              <a:ext uri="{FF2B5EF4-FFF2-40B4-BE49-F238E27FC236}">
                <a16:creationId xmlns:a16="http://schemas.microsoft.com/office/drawing/2014/main" id="{FF55554B-E408-CDDA-EF78-ABA13AAB1531}"/>
              </a:ext>
            </a:extLst>
          </p:cNvPr>
          <p:cNvGrpSpPr/>
          <p:nvPr/>
        </p:nvGrpSpPr>
        <p:grpSpPr>
          <a:xfrm>
            <a:off x="722671" y="4926090"/>
            <a:ext cx="10564794" cy="1291582"/>
            <a:chOff x="770134" y="2254767"/>
            <a:chExt cx="4451742" cy="1631284"/>
          </a:xfrm>
        </p:grpSpPr>
        <p:grpSp>
          <p:nvGrpSpPr>
            <p:cNvPr id="42" name="Group 13">
              <a:extLst>
                <a:ext uri="{FF2B5EF4-FFF2-40B4-BE49-F238E27FC236}">
                  <a16:creationId xmlns:a16="http://schemas.microsoft.com/office/drawing/2014/main" id="{6D40C2D2-DA05-AE5B-3F0D-D9D97A9B733A}"/>
                </a:ext>
              </a:extLst>
            </p:cNvPr>
            <p:cNvGrpSpPr/>
            <p:nvPr/>
          </p:nvGrpSpPr>
          <p:grpSpPr>
            <a:xfrm>
              <a:off x="770134" y="2254767"/>
              <a:ext cx="4451742" cy="1631284"/>
              <a:chOff x="-7874" y="-38100"/>
              <a:chExt cx="1757557" cy="644035"/>
            </a:xfrm>
          </p:grpSpPr>
          <p:sp>
            <p:nvSpPr>
              <p:cNvPr id="45" name="Freeform 14">
                <a:extLst>
                  <a:ext uri="{FF2B5EF4-FFF2-40B4-BE49-F238E27FC236}">
                    <a16:creationId xmlns:a16="http://schemas.microsoft.com/office/drawing/2014/main" id="{0ACFD96D-55B7-D0B9-F0D5-B6855628DDBC}"/>
                  </a:ext>
                </a:extLst>
              </p:cNvPr>
              <p:cNvSpPr/>
              <p:nvPr/>
            </p:nvSpPr>
            <p:spPr>
              <a:xfrm>
                <a:off x="-7874" y="63267"/>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dirty="0"/>
              </a:p>
            </p:txBody>
          </p:sp>
          <p:sp>
            <p:nvSpPr>
              <p:cNvPr id="46" name="TextBox 45">
                <a:extLst>
                  <a:ext uri="{FF2B5EF4-FFF2-40B4-BE49-F238E27FC236}">
                    <a16:creationId xmlns:a16="http://schemas.microsoft.com/office/drawing/2014/main" id="{0AAC1408-8BBF-0717-2878-3591C8889CD4}"/>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43" name="TextBox 16">
              <a:extLst>
                <a:ext uri="{FF2B5EF4-FFF2-40B4-BE49-F238E27FC236}">
                  <a16:creationId xmlns:a16="http://schemas.microsoft.com/office/drawing/2014/main" id="{797B6CA2-8023-19D6-E97E-1528C62F6516}"/>
                </a:ext>
              </a:extLst>
            </p:cNvPr>
            <p:cNvSpPr txBox="1"/>
            <p:nvPr/>
          </p:nvSpPr>
          <p:spPr>
            <a:xfrm>
              <a:off x="867602" y="2629335"/>
              <a:ext cx="4294442" cy="707668"/>
            </a:xfrm>
            <a:prstGeom prst="rect">
              <a:avLst/>
            </a:prstGeom>
          </p:spPr>
          <p:txBody>
            <a:bodyPr wrap="square" lIns="0" tIns="0" rIns="0" bIns="0" rtlCol="0" anchor="t">
              <a:spAutoFit/>
            </a:bodyPr>
            <a:lstStyle/>
            <a:p>
              <a:r>
                <a:rPr lang="en-US" sz="1400" b="1" dirty="0"/>
                <a:t>3. Strengthen Talent Pipelines for High-Growth Segments</a:t>
              </a:r>
            </a:p>
            <a:p>
              <a:r>
                <a:rPr lang="en-US" sz="1400" dirty="0"/>
                <a:t>Expand training for roles seeing high demand growth.</a:t>
              </a:r>
            </a:p>
            <a:p>
              <a:r>
                <a:rPr lang="en-US" sz="1400" dirty="0"/>
                <a:t>Encourage partnerships between governments, universities, and industries to align talent supply with market needs.</a:t>
              </a:r>
            </a:p>
          </p:txBody>
        </p:sp>
        <p:sp>
          <p:nvSpPr>
            <p:cNvPr id="44" name="TextBox 17">
              <a:extLst>
                <a:ext uri="{FF2B5EF4-FFF2-40B4-BE49-F238E27FC236}">
                  <a16:creationId xmlns:a16="http://schemas.microsoft.com/office/drawing/2014/main" id="{E8B09DC2-B28A-0A2F-E9FA-2517F9FF4769}"/>
                </a:ext>
              </a:extLst>
            </p:cNvPr>
            <p:cNvSpPr txBox="1"/>
            <p:nvPr/>
          </p:nvSpPr>
          <p:spPr>
            <a:xfrm>
              <a:off x="1028700" y="2425098"/>
              <a:ext cx="3470909" cy="246671"/>
            </a:xfrm>
            <a:prstGeom prst="rect">
              <a:avLst/>
            </a:prstGeom>
          </p:spPr>
          <p:txBody>
            <a:bodyPr wrap="square" lIns="0" tIns="0" rIns="0" bIns="0" rtlCol="0" anchor="t">
              <a:spAutoFit/>
            </a:bodyPr>
            <a:lstStyle/>
            <a:p>
              <a:pPr algn="l">
                <a:lnSpc>
                  <a:spcPts val="2159"/>
                </a:lnSpc>
              </a:pPr>
              <a:endParaRPr lang="en-US" sz="1200" b="1" i="1" spc="-53" dirty="0">
                <a:solidFill>
                  <a:srgbClr val="1B1B1B"/>
                </a:solidFill>
                <a:latin typeface="Helvetica World Bold Italics"/>
                <a:ea typeface="Helvetica World Bold Italics"/>
                <a:cs typeface="Helvetica World Bold Italics"/>
                <a:sym typeface="Helvetica World Bold Italics"/>
              </a:endParaRPr>
            </a:p>
          </p:txBody>
        </p:sp>
      </p:grpSp>
    </p:spTree>
    <p:extLst>
      <p:ext uri="{BB962C8B-B14F-4D97-AF65-F5344CB8AC3E}">
        <p14:creationId xmlns:p14="http://schemas.microsoft.com/office/powerpoint/2010/main" val="3173538722"/>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9A4AD-C904-72EF-6CCC-96924EC42D1D}"/>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DCE66181-D84D-069F-7CC8-74B8B309E045}"/>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EB96C3A0-0C3B-D859-7735-ECF6235B8456}"/>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D73A4C66-7CEF-4651-AD7A-1B4F15012C21}"/>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8C1AA97D-8F99-9D29-5A4C-3B4FBA827F5E}"/>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sp>
        <p:nvSpPr>
          <p:cNvPr id="33" name="TextBox 16">
            <a:extLst>
              <a:ext uri="{FF2B5EF4-FFF2-40B4-BE49-F238E27FC236}">
                <a16:creationId xmlns:a16="http://schemas.microsoft.com/office/drawing/2014/main" id="{6AF7A70B-6397-2383-054F-9E6FB40ADCA2}"/>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a:p>
        </p:txBody>
      </p:sp>
      <p:pic>
        <p:nvPicPr>
          <p:cNvPr id="2" name="Picture 1" descr="A black background with a black square&#10;&#10;AI-generated content may be incorrect.">
            <a:extLst>
              <a:ext uri="{FF2B5EF4-FFF2-40B4-BE49-F238E27FC236}">
                <a16:creationId xmlns:a16="http://schemas.microsoft.com/office/drawing/2014/main" id="{C091BAD0-D0FB-000B-5C03-F8B59880A52F}"/>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sp>
        <p:nvSpPr>
          <p:cNvPr id="6" name="TextBox 5">
            <a:extLst>
              <a:ext uri="{FF2B5EF4-FFF2-40B4-BE49-F238E27FC236}">
                <a16:creationId xmlns:a16="http://schemas.microsoft.com/office/drawing/2014/main" id="{CC2655FC-A59A-5DFD-9A8E-225F62AA69D5}"/>
              </a:ext>
            </a:extLst>
          </p:cNvPr>
          <p:cNvSpPr txBox="1"/>
          <p:nvPr/>
        </p:nvSpPr>
        <p:spPr>
          <a:xfrm>
            <a:off x="3585343" y="1339982"/>
            <a:ext cx="4472901" cy="646331"/>
          </a:xfrm>
          <a:prstGeom prst="rect">
            <a:avLst/>
          </a:prstGeom>
          <a:noFill/>
        </p:spPr>
        <p:txBody>
          <a:bodyPr wrap="square">
            <a:spAutoFit/>
          </a:bodyPr>
          <a:lstStyle/>
          <a:p>
            <a:pPr algn="ctr"/>
            <a:r>
              <a:rPr lang="en-US" sz="3600" b="1" dirty="0"/>
              <a:t>Recommendations </a:t>
            </a:r>
          </a:p>
        </p:txBody>
      </p:sp>
      <p:sp>
        <p:nvSpPr>
          <p:cNvPr id="7" name="TextBox 16">
            <a:extLst>
              <a:ext uri="{FF2B5EF4-FFF2-40B4-BE49-F238E27FC236}">
                <a16:creationId xmlns:a16="http://schemas.microsoft.com/office/drawing/2014/main" id="{F4713202-6657-7F81-E0ED-BB3C01B8A4CB}"/>
              </a:ext>
            </a:extLst>
          </p:cNvPr>
          <p:cNvSpPr txBox="1"/>
          <p:nvPr/>
        </p:nvSpPr>
        <p:spPr>
          <a:xfrm>
            <a:off x="3529678" y="3032705"/>
            <a:ext cx="2292116" cy="1669254"/>
          </a:xfrm>
          <a:prstGeom prst="rect">
            <a:avLst/>
          </a:prstGeom>
        </p:spPr>
        <p:txBody>
          <a:bodyPr lIns="50800" tIns="50800" rIns="50800" bIns="50800" rtlCol="0" anchor="ctr"/>
          <a:lstStyle/>
          <a:p>
            <a:pPr algn="ctr">
              <a:lnSpc>
                <a:spcPts val="2659"/>
              </a:lnSpc>
            </a:pPr>
            <a:endParaRPr/>
          </a:p>
        </p:txBody>
      </p:sp>
      <p:grpSp>
        <p:nvGrpSpPr>
          <p:cNvPr id="11" name="Group 10">
            <a:extLst>
              <a:ext uri="{FF2B5EF4-FFF2-40B4-BE49-F238E27FC236}">
                <a16:creationId xmlns:a16="http://schemas.microsoft.com/office/drawing/2014/main" id="{BE199E7C-EF1E-616A-6E8F-A7CEB2A09620}"/>
              </a:ext>
            </a:extLst>
          </p:cNvPr>
          <p:cNvGrpSpPr/>
          <p:nvPr/>
        </p:nvGrpSpPr>
        <p:grpSpPr>
          <a:xfrm>
            <a:off x="681359" y="2137162"/>
            <a:ext cx="10400973" cy="1194420"/>
            <a:chOff x="770134" y="2254767"/>
            <a:chExt cx="4451742" cy="1631284"/>
          </a:xfrm>
        </p:grpSpPr>
        <p:grpSp>
          <p:nvGrpSpPr>
            <p:cNvPr id="12" name="Group 13">
              <a:extLst>
                <a:ext uri="{FF2B5EF4-FFF2-40B4-BE49-F238E27FC236}">
                  <a16:creationId xmlns:a16="http://schemas.microsoft.com/office/drawing/2014/main" id="{828A748C-5FB3-6A17-911D-BC7C0252BD1C}"/>
                </a:ext>
              </a:extLst>
            </p:cNvPr>
            <p:cNvGrpSpPr/>
            <p:nvPr/>
          </p:nvGrpSpPr>
          <p:grpSpPr>
            <a:xfrm>
              <a:off x="770134" y="2254767"/>
              <a:ext cx="4451742" cy="1631284"/>
              <a:chOff x="-7874" y="-38100"/>
              <a:chExt cx="1757557" cy="644035"/>
            </a:xfrm>
          </p:grpSpPr>
          <p:sp>
            <p:nvSpPr>
              <p:cNvPr id="17" name="Freeform 14">
                <a:extLst>
                  <a:ext uri="{FF2B5EF4-FFF2-40B4-BE49-F238E27FC236}">
                    <a16:creationId xmlns:a16="http://schemas.microsoft.com/office/drawing/2014/main" id="{57160680-F37F-A7CA-54AA-9EA79681A049}"/>
                  </a:ext>
                </a:extLst>
              </p:cNvPr>
              <p:cNvSpPr/>
              <p:nvPr/>
            </p:nvSpPr>
            <p:spPr>
              <a:xfrm>
                <a:off x="-7874" y="63267"/>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dirty="0"/>
              </a:p>
            </p:txBody>
          </p:sp>
          <p:sp>
            <p:nvSpPr>
              <p:cNvPr id="18" name="TextBox 17">
                <a:extLst>
                  <a:ext uri="{FF2B5EF4-FFF2-40B4-BE49-F238E27FC236}">
                    <a16:creationId xmlns:a16="http://schemas.microsoft.com/office/drawing/2014/main" id="{404AF157-6BF7-55A2-BF90-E60AD5EECE8F}"/>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13" name="TextBox 16">
              <a:extLst>
                <a:ext uri="{FF2B5EF4-FFF2-40B4-BE49-F238E27FC236}">
                  <a16:creationId xmlns:a16="http://schemas.microsoft.com/office/drawing/2014/main" id="{10FB2D0E-25C1-A5F2-2AD2-68D310F78AFD}"/>
                </a:ext>
              </a:extLst>
            </p:cNvPr>
            <p:cNvSpPr txBox="1"/>
            <p:nvPr/>
          </p:nvSpPr>
          <p:spPr>
            <a:xfrm>
              <a:off x="867602" y="2629335"/>
              <a:ext cx="4294442" cy="707668"/>
            </a:xfrm>
            <a:prstGeom prst="rect">
              <a:avLst/>
            </a:prstGeom>
          </p:spPr>
          <p:txBody>
            <a:bodyPr wrap="square" lIns="0" tIns="0" rIns="0" bIns="0" rtlCol="0" anchor="t">
              <a:spAutoFit/>
            </a:bodyPr>
            <a:lstStyle/>
            <a:p>
              <a:r>
                <a:rPr lang="en-US" sz="1400" b="1" dirty="0"/>
                <a:t>4. Enhance Workforce Planning Through Data</a:t>
              </a:r>
            </a:p>
            <a:p>
              <a:r>
                <a:rPr lang="en-US" sz="1400" dirty="0"/>
                <a:t>Organizations should use forecasting models to </a:t>
              </a:r>
              <a:r>
                <a:rPr lang="en-US" sz="1400" b="1" dirty="0"/>
                <a:t>predict skills shortages</a:t>
              </a:r>
              <a:r>
                <a:rPr lang="en-US" sz="1400" dirty="0"/>
                <a:t>, job shifts, and market gaps.</a:t>
              </a:r>
            </a:p>
            <a:p>
              <a:r>
                <a:rPr lang="en-US" sz="1400" dirty="0"/>
                <a:t>Cluster analysis and predictive analytics can support smarter workforce planning.</a:t>
              </a:r>
            </a:p>
          </p:txBody>
        </p:sp>
        <p:sp>
          <p:nvSpPr>
            <p:cNvPr id="16" name="TextBox 17">
              <a:extLst>
                <a:ext uri="{FF2B5EF4-FFF2-40B4-BE49-F238E27FC236}">
                  <a16:creationId xmlns:a16="http://schemas.microsoft.com/office/drawing/2014/main" id="{1EEFED49-E210-5595-354D-1CD41D67CFBB}"/>
                </a:ext>
              </a:extLst>
            </p:cNvPr>
            <p:cNvSpPr txBox="1"/>
            <p:nvPr/>
          </p:nvSpPr>
          <p:spPr>
            <a:xfrm>
              <a:off x="1028700" y="2425098"/>
              <a:ext cx="3470909" cy="246671"/>
            </a:xfrm>
            <a:prstGeom prst="rect">
              <a:avLst/>
            </a:prstGeom>
          </p:spPr>
          <p:txBody>
            <a:bodyPr wrap="square" lIns="0" tIns="0" rIns="0" bIns="0" rtlCol="0" anchor="t">
              <a:spAutoFit/>
            </a:bodyPr>
            <a:lstStyle/>
            <a:p>
              <a:pPr algn="l">
                <a:lnSpc>
                  <a:spcPts val="2159"/>
                </a:lnSpc>
              </a:pPr>
              <a:endParaRPr lang="en-US" sz="1200" b="1" i="1" spc="-53" dirty="0">
                <a:solidFill>
                  <a:srgbClr val="1B1B1B"/>
                </a:solidFill>
                <a:latin typeface="Helvetica World Bold Italics"/>
                <a:ea typeface="Helvetica World Bold Italics"/>
                <a:cs typeface="Helvetica World Bold Italics"/>
                <a:sym typeface="Helvetica World Bold Italics"/>
              </a:endParaRPr>
            </a:p>
          </p:txBody>
        </p:sp>
      </p:grpSp>
      <p:pic>
        <p:nvPicPr>
          <p:cNvPr id="35" name="Picture 34" descr="A logo of a globe with a graduation cap&#10;&#10;AI-generated content may be incorrect.">
            <a:extLst>
              <a:ext uri="{FF2B5EF4-FFF2-40B4-BE49-F238E27FC236}">
                <a16:creationId xmlns:a16="http://schemas.microsoft.com/office/drawing/2014/main" id="{68FF3847-5D42-62FE-7211-11E0611663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grpSp>
        <p:nvGrpSpPr>
          <p:cNvPr id="31" name="Group 30">
            <a:extLst>
              <a:ext uri="{FF2B5EF4-FFF2-40B4-BE49-F238E27FC236}">
                <a16:creationId xmlns:a16="http://schemas.microsoft.com/office/drawing/2014/main" id="{1AE2CFF5-E95A-0E2C-AFB8-5C8C7AD2F849}"/>
              </a:ext>
            </a:extLst>
          </p:cNvPr>
          <p:cNvGrpSpPr/>
          <p:nvPr/>
        </p:nvGrpSpPr>
        <p:grpSpPr>
          <a:xfrm>
            <a:off x="722671" y="3461561"/>
            <a:ext cx="10354376" cy="1343532"/>
            <a:chOff x="770134" y="2254767"/>
            <a:chExt cx="4451742" cy="1631284"/>
          </a:xfrm>
        </p:grpSpPr>
        <p:grpSp>
          <p:nvGrpSpPr>
            <p:cNvPr id="32" name="Group 13">
              <a:extLst>
                <a:ext uri="{FF2B5EF4-FFF2-40B4-BE49-F238E27FC236}">
                  <a16:creationId xmlns:a16="http://schemas.microsoft.com/office/drawing/2014/main" id="{4B1F470C-957C-CD1F-57FC-BD89DD807E9C}"/>
                </a:ext>
              </a:extLst>
            </p:cNvPr>
            <p:cNvGrpSpPr/>
            <p:nvPr/>
          </p:nvGrpSpPr>
          <p:grpSpPr>
            <a:xfrm>
              <a:off x="770134" y="2254767"/>
              <a:ext cx="4451742" cy="1631284"/>
              <a:chOff x="-7874" y="-38100"/>
              <a:chExt cx="1757557" cy="644035"/>
            </a:xfrm>
          </p:grpSpPr>
          <p:sp>
            <p:nvSpPr>
              <p:cNvPr id="39" name="Freeform 14">
                <a:extLst>
                  <a:ext uri="{FF2B5EF4-FFF2-40B4-BE49-F238E27FC236}">
                    <a16:creationId xmlns:a16="http://schemas.microsoft.com/office/drawing/2014/main" id="{3EA950FC-2F3A-F253-94E8-19F89EB2D2E8}"/>
                  </a:ext>
                </a:extLst>
              </p:cNvPr>
              <p:cNvSpPr/>
              <p:nvPr/>
            </p:nvSpPr>
            <p:spPr>
              <a:xfrm>
                <a:off x="-7874" y="63267"/>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dirty="0"/>
              </a:p>
            </p:txBody>
          </p:sp>
          <p:sp>
            <p:nvSpPr>
              <p:cNvPr id="40" name="TextBox 39">
                <a:extLst>
                  <a:ext uri="{FF2B5EF4-FFF2-40B4-BE49-F238E27FC236}">
                    <a16:creationId xmlns:a16="http://schemas.microsoft.com/office/drawing/2014/main" id="{94340806-FC8C-551C-CC61-A9B260C75ECB}"/>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34" name="TextBox 16">
              <a:extLst>
                <a:ext uri="{FF2B5EF4-FFF2-40B4-BE49-F238E27FC236}">
                  <a16:creationId xmlns:a16="http://schemas.microsoft.com/office/drawing/2014/main" id="{CE12B6E1-3967-99BD-9D92-4A0AA06624A1}"/>
                </a:ext>
              </a:extLst>
            </p:cNvPr>
            <p:cNvSpPr txBox="1"/>
            <p:nvPr/>
          </p:nvSpPr>
          <p:spPr>
            <a:xfrm>
              <a:off x="867602" y="2629335"/>
              <a:ext cx="4294442" cy="707668"/>
            </a:xfrm>
            <a:prstGeom prst="rect">
              <a:avLst/>
            </a:prstGeom>
          </p:spPr>
          <p:txBody>
            <a:bodyPr wrap="square" lIns="0" tIns="0" rIns="0" bIns="0" rtlCol="0" anchor="t">
              <a:spAutoFit/>
            </a:bodyPr>
            <a:lstStyle/>
            <a:p>
              <a:r>
                <a:rPr lang="en-US" sz="1400" b="1" dirty="0"/>
                <a:t>5. Leverage AI as an Enabler, Not a Replacement</a:t>
              </a:r>
            </a:p>
            <a:p>
              <a:r>
                <a:rPr lang="en-US" sz="1400" dirty="0"/>
                <a:t>Encourage companies to adopt AI to </a:t>
              </a:r>
              <a:r>
                <a:rPr lang="en-US" sz="1400" b="1" dirty="0"/>
                <a:t>augment</a:t>
              </a:r>
              <a:r>
                <a:rPr lang="en-US" sz="1400" dirty="0"/>
                <a:t> employee productivity rather than replace roles.</a:t>
              </a:r>
            </a:p>
            <a:p>
              <a:r>
                <a:rPr lang="en-US" sz="1400" dirty="0"/>
                <a:t>Emphasize hybrid workflows where AI supports repetitive tasks while humans focus on strategic, creative, and customer-facing work.</a:t>
              </a:r>
            </a:p>
          </p:txBody>
        </p:sp>
        <p:sp>
          <p:nvSpPr>
            <p:cNvPr id="38" name="TextBox 17">
              <a:extLst>
                <a:ext uri="{FF2B5EF4-FFF2-40B4-BE49-F238E27FC236}">
                  <a16:creationId xmlns:a16="http://schemas.microsoft.com/office/drawing/2014/main" id="{D4FEF352-CBE7-9432-9915-EE28C08FE566}"/>
                </a:ext>
              </a:extLst>
            </p:cNvPr>
            <p:cNvSpPr txBox="1"/>
            <p:nvPr/>
          </p:nvSpPr>
          <p:spPr>
            <a:xfrm>
              <a:off x="1028700" y="2425098"/>
              <a:ext cx="3470909" cy="246671"/>
            </a:xfrm>
            <a:prstGeom prst="rect">
              <a:avLst/>
            </a:prstGeom>
          </p:spPr>
          <p:txBody>
            <a:bodyPr wrap="square" lIns="0" tIns="0" rIns="0" bIns="0" rtlCol="0" anchor="t">
              <a:spAutoFit/>
            </a:bodyPr>
            <a:lstStyle/>
            <a:p>
              <a:pPr algn="l">
                <a:lnSpc>
                  <a:spcPts val="2159"/>
                </a:lnSpc>
              </a:pPr>
              <a:endParaRPr lang="en-US" sz="1200" b="1" i="1" spc="-53" dirty="0">
                <a:solidFill>
                  <a:srgbClr val="1B1B1B"/>
                </a:solidFill>
                <a:latin typeface="Helvetica World Bold Italics"/>
                <a:ea typeface="Helvetica World Bold Italics"/>
                <a:cs typeface="Helvetica World Bold Italics"/>
                <a:sym typeface="Helvetica World Bold Italics"/>
              </a:endParaRPr>
            </a:p>
          </p:txBody>
        </p:sp>
      </p:grpSp>
      <p:grpSp>
        <p:nvGrpSpPr>
          <p:cNvPr id="41" name="Group 40">
            <a:extLst>
              <a:ext uri="{FF2B5EF4-FFF2-40B4-BE49-F238E27FC236}">
                <a16:creationId xmlns:a16="http://schemas.microsoft.com/office/drawing/2014/main" id="{57FB87E0-BAF8-6524-C127-360B48893526}"/>
              </a:ext>
            </a:extLst>
          </p:cNvPr>
          <p:cNvGrpSpPr/>
          <p:nvPr/>
        </p:nvGrpSpPr>
        <p:grpSpPr>
          <a:xfrm>
            <a:off x="681359" y="4920424"/>
            <a:ext cx="10395688" cy="1375428"/>
            <a:chOff x="770134" y="2254767"/>
            <a:chExt cx="4451742" cy="1631284"/>
          </a:xfrm>
        </p:grpSpPr>
        <p:grpSp>
          <p:nvGrpSpPr>
            <p:cNvPr id="42" name="Group 13">
              <a:extLst>
                <a:ext uri="{FF2B5EF4-FFF2-40B4-BE49-F238E27FC236}">
                  <a16:creationId xmlns:a16="http://schemas.microsoft.com/office/drawing/2014/main" id="{9D719E92-8422-9015-06F1-FF12D30C0139}"/>
                </a:ext>
              </a:extLst>
            </p:cNvPr>
            <p:cNvGrpSpPr/>
            <p:nvPr/>
          </p:nvGrpSpPr>
          <p:grpSpPr>
            <a:xfrm>
              <a:off x="770134" y="2254767"/>
              <a:ext cx="4451742" cy="1631284"/>
              <a:chOff x="-7874" y="-38100"/>
              <a:chExt cx="1757557" cy="644035"/>
            </a:xfrm>
          </p:grpSpPr>
          <p:sp>
            <p:nvSpPr>
              <p:cNvPr id="45" name="Freeform 14">
                <a:extLst>
                  <a:ext uri="{FF2B5EF4-FFF2-40B4-BE49-F238E27FC236}">
                    <a16:creationId xmlns:a16="http://schemas.microsoft.com/office/drawing/2014/main" id="{62011C9F-816B-FFC2-DA38-C00A7C9B76B1}"/>
                  </a:ext>
                </a:extLst>
              </p:cNvPr>
              <p:cNvSpPr/>
              <p:nvPr/>
            </p:nvSpPr>
            <p:spPr>
              <a:xfrm>
                <a:off x="-7874" y="63267"/>
                <a:ext cx="1749683" cy="542668"/>
              </a:xfrm>
              <a:custGeom>
                <a:avLst/>
                <a:gdLst/>
                <a:ahLst/>
                <a:cxnLst/>
                <a:rect l="l" t="t" r="r" b="b"/>
                <a:pathLst>
                  <a:path w="1749683" h="542668">
                    <a:moveTo>
                      <a:pt x="34961" y="0"/>
                    </a:moveTo>
                    <a:lnTo>
                      <a:pt x="1714722" y="0"/>
                    </a:lnTo>
                    <a:cubicBezTo>
                      <a:pt x="1723995" y="0"/>
                      <a:pt x="1732887" y="3683"/>
                      <a:pt x="1739443" y="10240"/>
                    </a:cubicBezTo>
                    <a:cubicBezTo>
                      <a:pt x="1746000" y="16796"/>
                      <a:pt x="1749683" y="25689"/>
                      <a:pt x="1749683" y="34961"/>
                    </a:cubicBezTo>
                    <a:lnTo>
                      <a:pt x="1749683" y="507707"/>
                    </a:lnTo>
                    <a:cubicBezTo>
                      <a:pt x="1749683" y="527016"/>
                      <a:pt x="1734031" y="542668"/>
                      <a:pt x="1714722" y="542668"/>
                    </a:cubicBezTo>
                    <a:lnTo>
                      <a:pt x="34961" y="542668"/>
                    </a:lnTo>
                    <a:cubicBezTo>
                      <a:pt x="15653" y="542668"/>
                      <a:pt x="0" y="527016"/>
                      <a:pt x="0" y="507707"/>
                    </a:cubicBezTo>
                    <a:lnTo>
                      <a:pt x="0" y="34961"/>
                    </a:lnTo>
                    <a:cubicBezTo>
                      <a:pt x="0" y="15653"/>
                      <a:pt x="15653" y="0"/>
                      <a:pt x="34961" y="0"/>
                    </a:cubicBezTo>
                    <a:close/>
                  </a:path>
                </a:pathLst>
              </a:custGeom>
              <a:solidFill>
                <a:srgbClr val="FFFFFF"/>
              </a:solidFill>
              <a:ln w="19050" cap="rnd">
                <a:solidFill>
                  <a:srgbClr val="A6A6A6"/>
                </a:solidFill>
                <a:prstDash val="solid"/>
                <a:round/>
              </a:ln>
            </p:spPr>
            <p:txBody>
              <a:bodyPr/>
              <a:lstStyle/>
              <a:p>
                <a:endParaRPr lang="en-US" dirty="0"/>
              </a:p>
            </p:txBody>
          </p:sp>
          <p:sp>
            <p:nvSpPr>
              <p:cNvPr id="46" name="TextBox 45">
                <a:extLst>
                  <a:ext uri="{FF2B5EF4-FFF2-40B4-BE49-F238E27FC236}">
                    <a16:creationId xmlns:a16="http://schemas.microsoft.com/office/drawing/2014/main" id="{AE97F914-A14A-B4F5-2EBF-96CBE13A643D}"/>
                  </a:ext>
                </a:extLst>
              </p:cNvPr>
              <p:cNvSpPr txBox="1"/>
              <p:nvPr/>
            </p:nvSpPr>
            <p:spPr>
              <a:xfrm>
                <a:off x="0" y="-38100"/>
                <a:ext cx="1749683" cy="580768"/>
              </a:xfrm>
              <a:prstGeom prst="rect">
                <a:avLst/>
              </a:prstGeom>
            </p:spPr>
            <p:txBody>
              <a:bodyPr lIns="50800" tIns="50800" rIns="50800" bIns="50800" rtlCol="0" anchor="ctr"/>
              <a:lstStyle/>
              <a:p>
                <a:pPr algn="ctr">
                  <a:lnSpc>
                    <a:spcPts val="2659"/>
                  </a:lnSpc>
                </a:pPr>
                <a:endParaRPr/>
              </a:p>
            </p:txBody>
          </p:sp>
        </p:grpSp>
        <p:sp>
          <p:nvSpPr>
            <p:cNvPr id="43" name="TextBox 16">
              <a:extLst>
                <a:ext uri="{FF2B5EF4-FFF2-40B4-BE49-F238E27FC236}">
                  <a16:creationId xmlns:a16="http://schemas.microsoft.com/office/drawing/2014/main" id="{BE567D0E-7936-D994-E821-57CE0243754D}"/>
                </a:ext>
              </a:extLst>
            </p:cNvPr>
            <p:cNvSpPr txBox="1"/>
            <p:nvPr/>
          </p:nvSpPr>
          <p:spPr>
            <a:xfrm>
              <a:off x="867602" y="2629335"/>
              <a:ext cx="4294442" cy="707668"/>
            </a:xfrm>
            <a:prstGeom prst="rect">
              <a:avLst/>
            </a:prstGeom>
          </p:spPr>
          <p:txBody>
            <a:bodyPr wrap="square" lIns="0" tIns="0" rIns="0" bIns="0" rtlCol="0" anchor="t">
              <a:spAutoFit/>
            </a:bodyPr>
            <a:lstStyle/>
            <a:p>
              <a:r>
                <a:rPr lang="en-US" sz="1400" b="1" dirty="0"/>
                <a:t>6. Prepare Policy and Regulatory Frameworks</a:t>
              </a:r>
            </a:p>
            <a:p>
              <a:r>
                <a:rPr lang="en-US" sz="1400" dirty="0"/>
                <a:t>Governments should introduce policies supporting safe, ethical, and transparent AI adoption.</a:t>
              </a:r>
            </a:p>
            <a:p>
              <a:r>
                <a:rPr lang="en-US" sz="1400" dirty="0"/>
                <a:t>Incentives can help industries modernize without accelerating unemployment.</a:t>
              </a:r>
            </a:p>
          </p:txBody>
        </p:sp>
        <p:sp>
          <p:nvSpPr>
            <p:cNvPr id="44" name="TextBox 17">
              <a:extLst>
                <a:ext uri="{FF2B5EF4-FFF2-40B4-BE49-F238E27FC236}">
                  <a16:creationId xmlns:a16="http://schemas.microsoft.com/office/drawing/2014/main" id="{FE1CCC50-4DE8-7C25-CE7B-3EB45C8CAE69}"/>
                </a:ext>
              </a:extLst>
            </p:cNvPr>
            <p:cNvSpPr txBox="1"/>
            <p:nvPr/>
          </p:nvSpPr>
          <p:spPr>
            <a:xfrm>
              <a:off x="1028700" y="2425098"/>
              <a:ext cx="3470909" cy="246671"/>
            </a:xfrm>
            <a:prstGeom prst="rect">
              <a:avLst/>
            </a:prstGeom>
          </p:spPr>
          <p:txBody>
            <a:bodyPr wrap="square" lIns="0" tIns="0" rIns="0" bIns="0" rtlCol="0" anchor="t">
              <a:spAutoFit/>
            </a:bodyPr>
            <a:lstStyle/>
            <a:p>
              <a:pPr algn="l">
                <a:lnSpc>
                  <a:spcPts val="2159"/>
                </a:lnSpc>
              </a:pPr>
              <a:endParaRPr lang="en-US" sz="1200" b="1" i="1" spc="-53" dirty="0">
                <a:solidFill>
                  <a:srgbClr val="1B1B1B"/>
                </a:solidFill>
                <a:latin typeface="Helvetica World Bold Italics"/>
                <a:ea typeface="Helvetica World Bold Italics"/>
                <a:cs typeface="Helvetica World Bold Italics"/>
                <a:sym typeface="Helvetica World Bold Italics"/>
              </a:endParaRPr>
            </a:p>
          </p:txBody>
        </p:sp>
      </p:grpSp>
    </p:spTree>
    <p:extLst>
      <p:ext uri="{BB962C8B-B14F-4D97-AF65-F5344CB8AC3E}">
        <p14:creationId xmlns:p14="http://schemas.microsoft.com/office/powerpoint/2010/main" val="2105237822"/>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9FAAA-ABCB-FE11-14A7-4E5D2AE6A8AD}"/>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B7AD6320-911A-DA10-92D2-E515517E7965}"/>
              </a:ext>
            </a:extLst>
          </p:cNvPr>
          <p:cNvGrpSpPr/>
          <p:nvPr/>
        </p:nvGrpSpPr>
        <p:grpSpPr>
          <a:xfrm>
            <a:off x="-404923" y="-237305"/>
            <a:ext cx="12749323" cy="1177228"/>
            <a:chOff x="0" y="0"/>
            <a:chExt cx="5029885" cy="310052"/>
          </a:xfrm>
        </p:grpSpPr>
        <p:sp>
          <p:nvSpPr>
            <p:cNvPr id="9" name="Freeform 8">
              <a:extLst>
                <a:ext uri="{FF2B5EF4-FFF2-40B4-BE49-F238E27FC236}">
                  <a16:creationId xmlns:a16="http://schemas.microsoft.com/office/drawing/2014/main" id="{D4E3DB47-3630-2CD4-5938-92859D19224D}"/>
                </a:ext>
              </a:extLst>
            </p:cNvPr>
            <p:cNvSpPr/>
            <p:nvPr/>
          </p:nvSpPr>
          <p:spPr>
            <a:xfrm>
              <a:off x="0" y="0"/>
              <a:ext cx="5029885" cy="310052"/>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cap="sq">
              <a:noFill/>
              <a:prstDash val="solid"/>
              <a:miter/>
            </a:ln>
          </p:spPr>
          <p:txBody>
            <a:bodyPr/>
            <a:lstStyle/>
            <a:p>
              <a:endParaRPr lang="en-US"/>
            </a:p>
          </p:txBody>
        </p:sp>
        <p:sp>
          <p:nvSpPr>
            <p:cNvPr id="10" name="TextBox 9">
              <a:extLst>
                <a:ext uri="{FF2B5EF4-FFF2-40B4-BE49-F238E27FC236}">
                  <a16:creationId xmlns:a16="http://schemas.microsoft.com/office/drawing/2014/main" id="{8A988B1E-CBD1-5E2C-06F3-1402EFD68D08}"/>
                </a:ext>
              </a:extLst>
            </p:cNvPr>
            <p:cNvSpPr txBox="1"/>
            <p:nvPr/>
          </p:nvSpPr>
          <p:spPr>
            <a:xfrm>
              <a:off x="0" y="-38100"/>
              <a:ext cx="5029885" cy="34815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7">
            <a:extLst>
              <a:ext uri="{FF2B5EF4-FFF2-40B4-BE49-F238E27FC236}">
                <a16:creationId xmlns:a16="http://schemas.microsoft.com/office/drawing/2014/main" id="{08F4C777-044D-B510-1C94-441734A515DC}"/>
              </a:ext>
            </a:extLst>
          </p:cNvPr>
          <p:cNvSpPr txBox="1"/>
          <p:nvPr/>
        </p:nvSpPr>
        <p:spPr>
          <a:xfrm>
            <a:off x="1387797" y="371815"/>
            <a:ext cx="1618180" cy="233205"/>
          </a:xfrm>
          <a:prstGeom prst="rect">
            <a:avLst/>
          </a:prstGeom>
        </p:spPr>
        <p:txBody>
          <a:bodyPr lIns="0" tIns="0" rIns="0" bIns="0" rtlCol="0" anchor="t">
            <a:spAutoFit/>
          </a:bodyPr>
          <a:lstStyle/>
          <a:p>
            <a:pPr algn="l">
              <a:lnSpc>
                <a:spcPts val="1960"/>
              </a:lnSpc>
              <a:spcBef>
                <a:spcPct val="0"/>
              </a:spcBef>
            </a:pPr>
            <a:r>
              <a:rPr lang="en-US" sz="1400" b="1" spc="-42" dirty="0">
                <a:solidFill>
                  <a:srgbClr val="FFFFFF"/>
                </a:solidFill>
                <a:latin typeface="Helvetica World Bold"/>
                <a:ea typeface="Helvetica World Bold"/>
                <a:cs typeface="Helvetica World Bold"/>
                <a:sym typeface="Helvetica World Bold"/>
              </a:rPr>
              <a:t>INSIGHT MINDS</a:t>
            </a:r>
          </a:p>
        </p:txBody>
      </p:sp>
      <p:grpSp>
        <p:nvGrpSpPr>
          <p:cNvPr id="2" name="Group 19">
            <a:extLst>
              <a:ext uri="{FF2B5EF4-FFF2-40B4-BE49-F238E27FC236}">
                <a16:creationId xmlns:a16="http://schemas.microsoft.com/office/drawing/2014/main" id="{30AA8383-1DA8-134B-E505-B42B2AD1F3F8}"/>
              </a:ext>
            </a:extLst>
          </p:cNvPr>
          <p:cNvGrpSpPr/>
          <p:nvPr/>
        </p:nvGrpSpPr>
        <p:grpSpPr>
          <a:xfrm>
            <a:off x="3243432" y="1219929"/>
            <a:ext cx="5447442" cy="3269558"/>
            <a:chOff x="0" y="0"/>
            <a:chExt cx="6350000" cy="3811270"/>
          </a:xfrm>
        </p:grpSpPr>
        <p:sp>
          <p:nvSpPr>
            <p:cNvPr id="3" name="Freeform 20">
              <a:extLst>
                <a:ext uri="{FF2B5EF4-FFF2-40B4-BE49-F238E27FC236}">
                  <a16:creationId xmlns:a16="http://schemas.microsoft.com/office/drawing/2014/main" id="{C1F51513-E653-6584-DCA9-132DE29AD502}"/>
                </a:ext>
              </a:extLst>
            </p:cNvPr>
            <p:cNvSpPr/>
            <p:nvPr/>
          </p:nvSpPr>
          <p:spPr>
            <a:xfrm>
              <a:off x="0" y="0"/>
              <a:ext cx="6350000" cy="3811270"/>
            </a:xfrm>
            <a:custGeom>
              <a:avLst/>
              <a:gdLst/>
              <a:ahLst/>
              <a:cxnLst/>
              <a:rect l="l" t="t" r="r" b="b"/>
              <a:pathLst>
                <a:path w="6350000" h="3811270">
                  <a:moveTo>
                    <a:pt x="1648460" y="0"/>
                  </a:moveTo>
                  <a:lnTo>
                    <a:pt x="5812790" y="0"/>
                  </a:lnTo>
                  <a:cubicBezTo>
                    <a:pt x="6109970" y="0"/>
                    <a:pt x="6350000" y="240030"/>
                    <a:pt x="6350000" y="537210"/>
                  </a:cubicBezTo>
                  <a:lnTo>
                    <a:pt x="6350000" y="2466340"/>
                  </a:lnTo>
                  <a:cubicBezTo>
                    <a:pt x="6350000" y="2763520"/>
                    <a:pt x="6109970" y="3003550"/>
                    <a:pt x="5812790" y="3003550"/>
                  </a:cubicBezTo>
                  <a:lnTo>
                    <a:pt x="4751070" y="3003550"/>
                  </a:lnTo>
                  <a:cubicBezTo>
                    <a:pt x="4587240" y="3003550"/>
                    <a:pt x="4431030" y="3078480"/>
                    <a:pt x="4329430" y="3208020"/>
                  </a:cubicBezTo>
                  <a:lnTo>
                    <a:pt x="4013200" y="3606800"/>
                  </a:lnTo>
                  <a:cubicBezTo>
                    <a:pt x="3911600" y="3735070"/>
                    <a:pt x="3756660" y="3811270"/>
                    <a:pt x="3591560" y="3811270"/>
                  </a:cubicBezTo>
                  <a:lnTo>
                    <a:pt x="537210" y="3811270"/>
                  </a:lnTo>
                  <a:cubicBezTo>
                    <a:pt x="240030" y="3811270"/>
                    <a:pt x="0" y="3571240"/>
                    <a:pt x="0" y="3274060"/>
                  </a:cubicBezTo>
                  <a:lnTo>
                    <a:pt x="0" y="1375410"/>
                  </a:lnTo>
                  <a:cubicBezTo>
                    <a:pt x="0" y="1206500"/>
                    <a:pt x="78740" y="1047750"/>
                    <a:pt x="213360" y="946150"/>
                  </a:cubicBezTo>
                  <a:lnTo>
                    <a:pt x="1324610" y="107950"/>
                  </a:lnTo>
                  <a:cubicBezTo>
                    <a:pt x="1417320" y="38100"/>
                    <a:pt x="1531620" y="0"/>
                    <a:pt x="1648460" y="0"/>
                  </a:cubicBezTo>
                  <a:close/>
                </a:path>
              </a:pathLst>
            </a:custGeom>
            <a:blipFill>
              <a:blip r:embed="rId2"/>
              <a:stretch>
                <a:fillRect t="-5502" b="-5502"/>
              </a:stretch>
            </a:blipFill>
          </p:spPr>
          <p:txBody>
            <a:bodyPr/>
            <a:lstStyle/>
            <a:p>
              <a:endParaRPr lang="en-US"/>
            </a:p>
          </p:txBody>
        </p:sp>
      </p:grpSp>
      <p:grpSp>
        <p:nvGrpSpPr>
          <p:cNvPr id="7" name="Group 7">
            <a:extLst>
              <a:ext uri="{FF2B5EF4-FFF2-40B4-BE49-F238E27FC236}">
                <a16:creationId xmlns:a16="http://schemas.microsoft.com/office/drawing/2014/main" id="{3CE734CD-7F70-A3D9-AA97-5FF9718E63CB}"/>
              </a:ext>
            </a:extLst>
          </p:cNvPr>
          <p:cNvGrpSpPr/>
          <p:nvPr/>
        </p:nvGrpSpPr>
        <p:grpSpPr>
          <a:xfrm rot="-5400000">
            <a:off x="5962387" y="2732778"/>
            <a:ext cx="302391" cy="4685897"/>
            <a:chOff x="-70418" y="-38100"/>
            <a:chExt cx="82961" cy="1554047"/>
          </a:xfrm>
        </p:grpSpPr>
        <p:sp>
          <p:nvSpPr>
            <p:cNvPr id="11" name="Freeform 8">
              <a:extLst>
                <a:ext uri="{FF2B5EF4-FFF2-40B4-BE49-F238E27FC236}">
                  <a16:creationId xmlns:a16="http://schemas.microsoft.com/office/drawing/2014/main" id="{76ACDB33-EEB9-B349-167F-924358A6FD2C}"/>
                </a:ext>
              </a:extLst>
            </p:cNvPr>
            <p:cNvSpPr/>
            <p:nvPr/>
          </p:nvSpPr>
          <p:spPr>
            <a:xfrm>
              <a:off x="0" y="0"/>
              <a:ext cx="12543" cy="1515947"/>
            </a:xfrm>
            <a:custGeom>
              <a:avLst/>
              <a:gdLst/>
              <a:ahLst/>
              <a:cxnLst/>
              <a:rect l="l" t="t" r="r" b="b"/>
              <a:pathLst>
                <a:path w="12543" h="1515947">
                  <a:moveTo>
                    <a:pt x="6272" y="0"/>
                  </a:moveTo>
                  <a:lnTo>
                    <a:pt x="6272" y="0"/>
                  </a:lnTo>
                  <a:cubicBezTo>
                    <a:pt x="7935" y="0"/>
                    <a:pt x="9530" y="661"/>
                    <a:pt x="10706" y="1837"/>
                  </a:cubicBezTo>
                  <a:cubicBezTo>
                    <a:pt x="11882" y="3013"/>
                    <a:pt x="12543" y="4608"/>
                    <a:pt x="12543" y="6272"/>
                  </a:cubicBezTo>
                  <a:lnTo>
                    <a:pt x="12543" y="1509675"/>
                  </a:lnTo>
                  <a:cubicBezTo>
                    <a:pt x="12543" y="1511338"/>
                    <a:pt x="11882" y="1512934"/>
                    <a:pt x="10706" y="1514110"/>
                  </a:cubicBezTo>
                  <a:cubicBezTo>
                    <a:pt x="9530" y="1515286"/>
                    <a:pt x="7935" y="1515947"/>
                    <a:pt x="6272" y="1515947"/>
                  </a:cubicBezTo>
                  <a:lnTo>
                    <a:pt x="6272" y="1515947"/>
                  </a:lnTo>
                  <a:cubicBezTo>
                    <a:pt x="4608" y="1515947"/>
                    <a:pt x="3013" y="1515286"/>
                    <a:pt x="1837" y="1514110"/>
                  </a:cubicBezTo>
                  <a:cubicBezTo>
                    <a:pt x="661" y="1512934"/>
                    <a:pt x="0" y="1511338"/>
                    <a:pt x="0" y="1509675"/>
                  </a:cubicBezTo>
                  <a:lnTo>
                    <a:pt x="0" y="6272"/>
                  </a:lnTo>
                  <a:cubicBezTo>
                    <a:pt x="0" y="4608"/>
                    <a:pt x="661" y="3013"/>
                    <a:pt x="1837" y="1837"/>
                  </a:cubicBezTo>
                  <a:cubicBezTo>
                    <a:pt x="3013" y="661"/>
                    <a:pt x="4608" y="0"/>
                    <a:pt x="6272" y="0"/>
                  </a:cubicBezTo>
                  <a:close/>
                </a:path>
              </a:pathLst>
            </a:custGeom>
            <a:solidFill>
              <a:srgbClr val="A6A6A6"/>
            </a:solidFill>
          </p:spPr>
          <p:txBody>
            <a:bodyPr/>
            <a:lstStyle/>
            <a:p>
              <a:endParaRPr lang="en-US"/>
            </a:p>
          </p:txBody>
        </p:sp>
        <p:sp>
          <p:nvSpPr>
            <p:cNvPr id="12" name="TextBox 9">
              <a:extLst>
                <a:ext uri="{FF2B5EF4-FFF2-40B4-BE49-F238E27FC236}">
                  <a16:creationId xmlns:a16="http://schemas.microsoft.com/office/drawing/2014/main" id="{817A31C5-F98B-BB9A-076B-CF4D6B624284}"/>
                </a:ext>
              </a:extLst>
            </p:cNvPr>
            <p:cNvSpPr txBox="1"/>
            <p:nvPr/>
          </p:nvSpPr>
          <p:spPr>
            <a:xfrm>
              <a:off x="-70418" y="-38100"/>
              <a:ext cx="12543" cy="1554047"/>
            </a:xfrm>
            <a:prstGeom prst="rect">
              <a:avLst/>
            </a:prstGeom>
          </p:spPr>
          <p:txBody>
            <a:bodyPr lIns="50800" tIns="50800" rIns="50800" bIns="50800" rtlCol="0" anchor="ctr"/>
            <a:lstStyle/>
            <a:p>
              <a:pPr algn="ctr">
                <a:lnSpc>
                  <a:spcPts val="2659"/>
                </a:lnSpc>
              </a:pPr>
              <a:endParaRPr dirty="0"/>
            </a:p>
          </p:txBody>
        </p:sp>
      </p:grpSp>
      <p:sp>
        <p:nvSpPr>
          <p:cNvPr id="18" name="TextBox 29">
            <a:extLst>
              <a:ext uri="{FF2B5EF4-FFF2-40B4-BE49-F238E27FC236}">
                <a16:creationId xmlns:a16="http://schemas.microsoft.com/office/drawing/2014/main" id="{D5856990-B14E-7CF9-8510-354744BFD45B}"/>
              </a:ext>
            </a:extLst>
          </p:cNvPr>
          <p:cNvSpPr txBox="1"/>
          <p:nvPr/>
        </p:nvSpPr>
        <p:spPr>
          <a:xfrm>
            <a:off x="4642052" y="4644524"/>
            <a:ext cx="3759610" cy="1212255"/>
          </a:xfrm>
          <a:prstGeom prst="rect">
            <a:avLst/>
          </a:prstGeom>
        </p:spPr>
        <p:txBody>
          <a:bodyPr wrap="square" lIns="0" tIns="0" rIns="0" bIns="0" rtlCol="0" anchor="t">
            <a:spAutoFit/>
          </a:bodyPr>
          <a:lstStyle/>
          <a:p>
            <a:pPr algn="l">
              <a:lnSpc>
                <a:spcPts val="10615"/>
              </a:lnSpc>
            </a:pPr>
            <a:r>
              <a:rPr lang="en-US" sz="6600" b="1" spc="-721" dirty="0">
                <a:solidFill>
                  <a:srgbClr val="1B1B1B"/>
                </a:solidFill>
                <a:latin typeface="Telegraf Medium"/>
                <a:ea typeface="Telegraf Medium"/>
                <a:cs typeface="Telegraf Medium"/>
                <a:sym typeface="Telegraf Medium"/>
              </a:rPr>
              <a:t>Thank You</a:t>
            </a:r>
          </a:p>
        </p:txBody>
      </p:sp>
      <p:pic>
        <p:nvPicPr>
          <p:cNvPr id="5" name="Picture 4" descr="A black background with a black square&#10;&#10;AI-generated content may be incorrect.">
            <a:extLst>
              <a:ext uri="{FF2B5EF4-FFF2-40B4-BE49-F238E27FC236}">
                <a16:creationId xmlns:a16="http://schemas.microsoft.com/office/drawing/2014/main" id="{593362A5-AFCC-8F8D-1AF3-AC8AEFB4D765}"/>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722671" y="198947"/>
            <a:ext cx="537985" cy="537985"/>
          </a:xfrm>
          <a:prstGeom prst="rect">
            <a:avLst/>
          </a:prstGeom>
        </p:spPr>
      </p:pic>
      <p:pic>
        <p:nvPicPr>
          <p:cNvPr id="26" name="Picture 25" descr="A logo of a globe with a graduation cap&#10;&#10;AI-generated content may be incorrect.">
            <a:extLst>
              <a:ext uri="{FF2B5EF4-FFF2-40B4-BE49-F238E27FC236}">
                <a16:creationId xmlns:a16="http://schemas.microsoft.com/office/drawing/2014/main" id="{258B4421-C83E-496B-BF0C-919F2F42BF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47841" y="1023786"/>
            <a:ext cx="842050" cy="698406"/>
          </a:xfrm>
          <a:prstGeom prst="rect">
            <a:avLst/>
          </a:prstGeom>
        </p:spPr>
      </p:pic>
      <p:grpSp>
        <p:nvGrpSpPr>
          <p:cNvPr id="27" name="Group 7">
            <a:extLst>
              <a:ext uri="{FF2B5EF4-FFF2-40B4-BE49-F238E27FC236}">
                <a16:creationId xmlns:a16="http://schemas.microsoft.com/office/drawing/2014/main" id="{5EE5D399-3641-C4C8-26CE-384D6F35ADE2}"/>
              </a:ext>
            </a:extLst>
          </p:cNvPr>
          <p:cNvGrpSpPr/>
          <p:nvPr/>
        </p:nvGrpSpPr>
        <p:grpSpPr>
          <a:xfrm rot="-5400000">
            <a:off x="6148164" y="3594131"/>
            <a:ext cx="45719" cy="4571015"/>
            <a:chOff x="0" y="0"/>
            <a:chExt cx="12543" cy="1515947"/>
          </a:xfrm>
        </p:grpSpPr>
        <p:sp>
          <p:nvSpPr>
            <p:cNvPr id="28" name="Freeform 8">
              <a:extLst>
                <a:ext uri="{FF2B5EF4-FFF2-40B4-BE49-F238E27FC236}">
                  <a16:creationId xmlns:a16="http://schemas.microsoft.com/office/drawing/2014/main" id="{858685F5-A9E8-F395-7F80-DCE51B72FE7E}"/>
                </a:ext>
              </a:extLst>
            </p:cNvPr>
            <p:cNvSpPr/>
            <p:nvPr/>
          </p:nvSpPr>
          <p:spPr>
            <a:xfrm>
              <a:off x="0" y="0"/>
              <a:ext cx="12543" cy="1515947"/>
            </a:xfrm>
            <a:custGeom>
              <a:avLst/>
              <a:gdLst/>
              <a:ahLst/>
              <a:cxnLst/>
              <a:rect l="l" t="t" r="r" b="b"/>
              <a:pathLst>
                <a:path w="12543" h="1515947">
                  <a:moveTo>
                    <a:pt x="6272" y="0"/>
                  </a:moveTo>
                  <a:lnTo>
                    <a:pt x="6272" y="0"/>
                  </a:lnTo>
                  <a:cubicBezTo>
                    <a:pt x="7935" y="0"/>
                    <a:pt x="9530" y="661"/>
                    <a:pt x="10706" y="1837"/>
                  </a:cubicBezTo>
                  <a:cubicBezTo>
                    <a:pt x="11882" y="3013"/>
                    <a:pt x="12543" y="4608"/>
                    <a:pt x="12543" y="6272"/>
                  </a:cubicBezTo>
                  <a:lnTo>
                    <a:pt x="12543" y="1509675"/>
                  </a:lnTo>
                  <a:cubicBezTo>
                    <a:pt x="12543" y="1511338"/>
                    <a:pt x="11882" y="1512934"/>
                    <a:pt x="10706" y="1514110"/>
                  </a:cubicBezTo>
                  <a:cubicBezTo>
                    <a:pt x="9530" y="1515286"/>
                    <a:pt x="7935" y="1515947"/>
                    <a:pt x="6272" y="1515947"/>
                  </a:cubicBezTo>
                  <a:lnTo>
                    <a:pt x="6272" y="1515947"/>
                  </a:lnTo>
                  <a:cubicBezTo>
                    <a:pt x="4608" y="1515947"/>
                    <a:pt x="3013" y="1515286"/>
                    <a:pt x="1837" y="1514110"/>
                  </a:cubicBezTo>
                  <a:cubicBezTo>
                    <a:pt x="661" y="1512934"/>
                    <a:pt x="0" y="1511338"/>
                    <a:pt x="0" y="1509675"/>
                  </a:cubicBezTo>
                  <a:lnTo>
                    <a:pt x="0" y="6272"/>
                  </a:lnTo>
                  <a:cubicBezTo>
                    <a:pt x="0" y="4608"/>
                    <a:pt x="661" y="3013"/>
                    <a:pt x="1837" y="1837"/>
                  </a:cubicBezTo>
                  <a:cubicBezTo>
                    <a:pt x="3013" y="661"/>
                    <a:pt x="4608" y="0"/>
                    <a:pt x="6272" y="0"/>
                  </a:cubicBezTo>
                  <a:close/>
                </a:path>
              </a:pathLst>
            </a:custGeom>
            <a:solidFill>
              <a:srgbClr val="A6A6A6"/>
            </a:solidFill>
          </p:spPr>
          <p:txBody>
            <a:bodyPr/>
            <a:lstStyle/>
            <a:p>
              <a:endParaRPr lang="en-US"/>
            </a:p>
          </p:txBody>
        </p:sp>
        <p:sp>
          <p:nvSpPr>
            <p:cNvPr id="29" name="TextBox 9">
              <a:extLst>
                <a:ext uri="{FF2B5EF4-FFF2-40B4-BE49-F238E27FC236}">
                  <a16:creationId xmlns:a16="http://schemas.microsoft.com/office/drawing/2014/main" id="{6F4D1BEE-3B39-A540-615C-63E358AAB813}"/>
                </a:ext>
              </a:extLst>
            </p:cNvPr>
            <p:cNvSpPr txBox="1"/>
            <p:nvPr/>
          </p:nvSpPr>
          <p:spPr>
            <a:xfrm>
              <a:off x="0" y="-38100"/>
              <a:ext cx="12543" cy="1554047"/>
            </a:xfrm>
            <a:prstGeom prst="rect">
              <a:avLst/>
            </a:prstGeom>
          </p:spPr>
          <p:txBody>
            <a:bodyPr lIns="50800" tIns="50800" rIns="50800" bIns="50800" rtlCol="0" anchor="ctr"/>
            <a:lstStyle/>
            <a:p>
              <a:pPr algn="ctr">
                <a:lnSpc>
                  <a:spcPts val="2659"/>
                </a:lnSpc>
              </a:pPr>
              <a:endParaRPr/>
            </a:p>
          </p:txBody>
        </p:sp>
      </p:grpSp>
    </p:spTree>
    <p:extLst>
      <p:ext uri="{BB962C8B-B14F-4D97-AF65-F5344CB8AC3E}">
        <p14:creationId xmlns:p14="http://schemas.microsoft.com/office/powerpoint/2010/main" val="1797936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1768</TotalTime>
  <Words>1163</Words>
  <Application>Microsoft Office PowerPoint</Application>
  <PresentationFormat>Widescreen</PresentationFormat>
  <Paragraphs>161</Paragraphs>
  <Slides>32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Aptos</vt:lpstr>
      <vt:lpstr>Aptos Display</vt:lpstr>
      <vt:lpstr>Arial</vt:lpstr>
      <vt:lpstr>Helvetica World</vt:lpstr>
      <vt:lpstr>Helvetica World Bold</vt:lpstr>
      <vt:lpstr>Helvetica World Bold Italics</vt:lpstr>
      <vt:lpstr>Telegraf</vt:lpstr>
      <vt:lpstr>Telegraf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Abdelrahman Ayman Mansory</dc:creator>
  <cp:lastModifiedBy>reham ayman</cp:lastModifiedBy>
  <cp:revision>24</cp:revision>
  <dcterms:created xsi:type="dcterms:W3CDTF">2025-11-13T21:09:45Z</dcterms:created>
  <dcterms:modified xsi:type="dcterms:W3CDTF">2025-12-05T15:44:04Z</dcterms:modified>
</cp:coreProperties>
</file>